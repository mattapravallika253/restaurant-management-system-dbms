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5"/>
  </p:notesMasterIdLst>
  <p:sldIdLst>
    <p:sldId id="268" r:id="rId2"/>
    <p:sldId id="274" r:id="rId3"/>
    <p:sldId id="275" r:id="rId4"/>
    <p:sldId id="1750" r:id="rId5"/>
    <p:sldId id="1751" r:id="rId6"/>
    <p:sldId id="1752" r:id="rId7"/>
    <p:sldId id="1746" r:id="rId8"/>
    <p:sldId id="276" r:id="rId9"/>
    <p:sldId id="1754" r:id="rId10"/>
    <p:sldId id="1745" r:id="rId11"/>
    <p:sldId id="1744" r:id="rId12"/>
    <p:sldId id="1755" r:id="rId13"/>
    <p:sldId id="1756" r:id="rId14"/>
    <p:sldId id="1747" r:id="rId15"/>
    <p:sldId id="266" r:id="rId16"/>
    <p:sldId id="1757" r:id="rId17"/>
    <p:sldId id="1759" r:id="rId18"/>
    <p:sldId id="1758" r:id="rId19"/>
    <p:sldId id="1760" r:id="rId20"/>
    <p:sldId id="1769" r:id="rId21"/>
    <p:sldId id="1764" r:id="rId22"/>
    <p:sldId id="1768" r:id="rId23"/>
    <p:sldId id="1761" r:id="rId24"/>
    <p:sldId id="1766" r:id="rId25"/>
    <p:sldId id="1777" r:id="rId26"/>
    <p:sldId id="1767" r:id="rId27"/>
    <p:sldId id="1778" r:id="rId28"/>
    <p:sldId id="1771" r:id="rId29"/>
    <p:sldId id="1779" r:id="rId30"/>
    <p:sldId id="1772" r:id="rId31"/>
    <p:sldId id="1780" r:id="rId32"/>
    <p:sldId id="1781" r:id="rId33"/>
    <p:sldId id="1773" r:id="rId34"/>
    <p:sldId id="1774" r:id="rId35"/>
    <p:sldId id="1782" r:id="rId36"/>
    <p:sldId id="1762" r:id="rId37"/>
    <p:sldId id="1775" r:id="rId38"/>
    <p:sldId id="1765" r:id="rId39"/>
    <p:sldId id="1770" r:id="rId40"/>
    <p:sldId id="1748" r:id="rId41"/>
    <p:sldId id="1776" r:id="rId42"/>
    <p:sldId id="279" r:id="rId43"/>
    <p:sldId id="174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35754-F0C9-485D-B536-50A4B7EE51E9}" v="112" dt="2026-10-01T04:42:21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29" y="96"/>
      </p:cViewPr>
      <p:guideLst>
        <p:guide orient="horz" pos="2104"/>
        <p:guide pos="37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a Kinthada" userId="1a4e6eb83f59d2b0" providerId="LiveId" clId="{53AB0B5C-4A2C-46A2-B148-FDAAD5EB12E2}"/>
    <pc:docChg chg="undo custSel addSld delSld modSld sldOrd">
      <pc:chgData name="Akshaya Kinthada" userId="1a4e6eb83f59d2b0" providerId="LiveId" clId="{53AB0B5C-4A2C-46A2-B148-FDAAD5EB12E2}" dt="2026-10-01T04:42:37.376" v="1038" actId="1076"/>
      <pc:docMkLst>
        <pc:docMk/>
      </pc:docMkLst>
      <pc:sldChg chg="addSp delSp modSp mod">
        <pc:chgData name="Akshaya Kinthada" userId="1a4e6eb83f59d2b0" providerId="LiveId" clId="{53AB0B5C-4A2C-46A2-B148-FDAAD5EB12E2}" dt="2026-09-28T14:49:02.624" v="497" actId="1076"/>
        <pc:sldMkLst>
          <pc:docMk/>
          <pc:sldMk cId="0" sldId="266"/>
        </pc:sldMkLst>
        <pc:spChg chg="mod">
          <ac:chgData name="Akshaya Kinthada" userId="1a4e6eb83f59d2b0" providerId="LiveId" clId="{53AB0B5C-4A2C-46A2-B148-FDAAD5EB12E2}" dt="2026-09-28T14:49:02.624" v="497" actId="1076"/>
          <ac:spMkLst>
            <pc:docMk/>
            <pc:sldMk cId="0" sldId="266"/>
            <ac:spMk id="6" creationId="{00000000-0000-0000-0000-000000000000}"/>
          </ac:spMkLst>
        </pc:spChg>
        <pc:picChg chg="add mod">
          <ac:chgData name="Akshaya Kinthada" userId="1a4e6eb83f59d2b0" providerId="LiveId" clId="{53AB0B5C-4A2C-46A2-B148-FDAAD5EB12E2}" dt="2026-09-28T07:39:43.937" v="205" actId="1076"/>
          <ac:picMkLst>
            <pc:docMk/>
            <pc:sldMk cId="0" sldId="266"/>
            <ac:picMk id="9" creationId="{DC403287-CC2A-0008-1405-FBFFCABD59FF}"/>
          </ac:picMkLst>
        </pc:picChg>
      </pc:sldChg>
      <pc:sldChg chg="modSp mod">
        <pc:chgData name="Akshaya Kinthada" userId="1a4e6eb83f59d2b0" providerId="LiveId" clId="{53AB0B5C-4A2C-46A2-B148-FDAAD5EB12E2}" dt="2026-09-29T09:46:34.044" v="712" actId="113"/>
        <pc:sldMkLst>
          <pc:docMk/>
          <pc:sldMk cId="0" sldId="268"/>
        </pc:sldMkLst>
        <pc:spChg chg="mod">
          <ac:chgData name="Akshaya Kinthada" userId="1a4e6eb83f59d2b0" providerId="LiveId" clId="{53AB0B5C-4A2C-46A2-B148-FDAAD5EB12E2}" dt="2026-09-29T09:46:34.044" v="712" actId="113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10-01T04:25:51.421" v="847" actId="2711"/>
        <pc:sldMkLst>
          <pc:docMk/>
          <pc:sldMk cId="0" sldId="279"/>
        </pc:sldMkLst>
        <pc:spChg chg="mod">
          <ac:chgData name="Akshaya Kinthada" userId="1a4e6eb83f59d2b0" providerId="LiveId" clId="{53AB0B5C-4A2C-46A2-B148-FDAAD5EB12E2}" dt="2026-09-28T14:51:39.917" v="501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Akshaya Kinthada" userId="1a4e6eb83f59d2b0" providerId="LiveId" clId="{53AB0B5C-4A2C-46A2-B148-FDAAD5EB12E2}" dt="2026-10-01T04:25:51.421" v="847" actId="2711"/>
          <ac:spMkLst>
            <pc:docMk/>
            <pc:sldMk cId="0" sldId="279"/>
            <ac:spMk id="9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14:46:19.833" v="481" actId="113"/>
        <pc:sldMkLst>
          <pc:docMk/>
          <pc:sldMk cId="0" sldId="1744"/>
        </pc:sldMkLst>
        <pc:spChg chg="mod">
          <ac:chgData name="Akshaya Kinthada" userId="1a4e6eb83f59d2b0" providerId="LiveId" clId="{53AB0B5C-4A2C-46A2-B148-FDAAD5EB12E2}" dt="2026-09-28T14:46:19.833" v="481" actId="113"/>
          <ac:spMkLst>
            <pc:docMk/>
            <pc:sldMk cId="0" sldId="1744"/>
            <ac:spMk id="12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07:35:24.195" v="184" actId="2711"/>
        <pc:sldMkLst>
          <pc:docMk/>
          <pc:sldMk cId="0" sldId="1745"/>
        </pc:sldMkLst>
        <pc:spChg chg="mod">
          <ac:chgData name="Akshaya Kinthada" userId="1a4e6eb83f59d2b0" providerId="LiveId" clId="{53AB0B5C-4A2C-46A2-B148-FDAAD5EB12E2}" dt="2026-09-28T07:35:24.195" v="184" actId="2711"/>
          <ac:spMkLst>
            <pc:docMk/>
            <pc:sldMk cId="0" sldId="1745"/>
            <ac:spMk id="3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07:35:10.817" v="183" actId="115"/>
        <pc:sldMkLst>
          <pc:docMk/>
          <pc:sldMk cId="0" sldId="1746"/>
        </pc:sldMkLst>
        <pc:spChg chg="mod">
          <ac:chgData name="Akshaya Kinthada" userId="1a4e6eb83f59d2b0" providerId="LiveId" clId="{53AB0B5C-4A2C-46A2-B148-FDAAD5EB12E2}" dt="2026-09-28T07:35:10.817" v="183" actId="115"/>
          <ac:spMkLst>
            <pc:docMk/>
            <pc:sldMk cId="0" sldId="1746"/>
            <ac:spMk id="6" creationId="{00000000-0000-0000-0000-000000000000}"/>
          </ac:spMkLst>
        </pc:spChg>
      </pc:sldChg>
      <pc:sldChg chg="addSp delSp modSp mod ord">
        <pc:chgData name="Akshaya Kinthada" userId="1a4e6eb83f59d2b0" providerId="LiveId" clId="{53AB0B5C-4A2C-46A2-B148-FDAAD5EB12E2}" dt="2026-10-01T04:25:17.173" v="842" actId="113"/>
        <pc:sldMkLst>
          <pc:docMk/>
          <pc:sldMk cId="0" sldId="1748"/>
        </pc:sldMkLst>
        <pc:spChg chg="add mod">
          <ac:chgData name="Akshaya Kinthada" userId="1a4e6eb83f59d2b0" providerId="LiveId" clId="{53AB0B5C-4A2C-46A2-B148-FDAAD5EB12E2}" dt="2026-09-28T15:31:32.160" v="569" actId="20577"/>
          <ac:spMkLst>
            <pc:docMk/>
            <pc:sldMk cId="0" sldId="1748"/>
            <ac:spMk id="2" creationId="{0E83F8A9-7937-A854-DC2C-E398DD2CE683}"/>
          </ac:spMkLst>
        </pc:spChg>
        <pc:spChg chg="mod">
          <ac:chgData name="Akshaya Kinthada" userId="1a4e6eb83f59d2b0" providerId="LiveId" clId="{53AB0B5C-4A2C-46A2-B148-FDAAD5EB12E2}" dt="2026-10-01T04:25:17.173" v="842" actId="113"/>
          <ac:spMkLst>
            <pc:docMk/>
            <pc:sldMk cId="0" sldId="1748"/>
            <ac:spMk id="11" creationId="{00000000-0000-0000-0000-000000000000}"/>
          </ac:spMkLst>
        </pc:spChg>
        <pc:spChg chg="add mod">
          <ac:chgData name="Akshaya Kinthada" userId="1a4e6eb83f59d2b0" providerId="LiveId" clId="{53AB0B5C-4A2C-46A2-B148-FDAAD5EB12E2}" dt="2026-09-28T15:29:39.349" v="558" actId="1076"/>
          <ac:spMkLst>
            <pc:docMk/>
            <pc:sldMk cId="0" sldId="1748"/>
            <ac:spMk id="16" creationId="{D6C889FE-7E1F-DE96-59D4-47CBB0531D92}"/>
          </ac:spMkLst>
        </pc:spChg>
        <pc:spChg chg="add mod">
          <ac:chgData name="Akshaya Kinthada" userId="1a4e6eb83f59d2b0" providerId="LiveId" clId="{53AB0B5C-4A2C-46A2-B148-FDAAD5EB12E2}" dt="2026-09-28T15:29:31.224" v="556" actId="1076"/>
          <ac:spMkLst>
            <pc:docMk/>
            <pc:sldMk cId="0" sldId="1748"/>
            <ac:spMk id="19" creationId="{6596253A-86A0-2DE2-8646-932D22D826E5}"/>
          </ac:spMkLst>
        </pc:spChg>
        <pc:grpChg chg="mod">
          <ac:chgData name="Akshaya Kinthada" userId="1a4e6eb83f59d2b0" providerId="LiveId" clId="{53AB0B5C-4A2C-46A2-B148-FDAAD5EB12E2}" dt="2026-09-28T14:34:55.109" v="356" actId="1076"/>
          <ac:grpSpMkLst>
            <pc:docMk/>
            <pc:sldMk cId="0" sldId="1748"/>
            <ac:grpSpMk id="7" creationId="{00000000-0000-0000-0000-000000000000}"/>
          </ac:grpSpMkLst>
        </pc:grpChg>
        <pc:picChg chg="add mod">
          <ac:chgData name="Akshaya Kinthada" userId="1a4e6eb83f59d2b0" providerId="LiveId" clId="{53AB0B5C-4A2C-46A2-B148-FDAAD5EB12E2}" dt="2026-09-28T15:30:05.035" v="560" actId="14100"/>
          <ac:picMkLst>
            <pc:docMk/>
            <pc:sldMk cId="0" sldId="1748"/>
            <ac:picMk id="15" creationId="{9AE9E0F5-C99E-74CC-541C-9269F875F5A8}"/>
          </ac:picMkLst>
        </pc:picChg>
        <pc:picChg chg="add mod modCrop">
          <ac:chgData name="Akshaya Kinthada" userId="1a4e6eb83f59d2b0" providerId="LiveId" clId="{53AB0B5C-4A2C-46A2-B148-FDAAD5EB12E2}" dt="2026-09-28T15:30:31.613" v="562" actId="14100"/>
          <ac:picMkLst>
            <pc:docMk/>
            <pc:sldMk cId="0" sldId="1748"/>
            <ac:picMk id="18" creationId="{C91B9F5A-BBAB-C772-8F45-0A4D15971712}"/>
          </ac:picMkLst>
        </pc:picChg>
      </pc:sldChg>
      <pc:sldChg chg="modSp mod">
        <pc:chgData name="Akshaya Kinthada" userId="1a4e6eb83f59d2b0" providerId="LiveId" clId="{53AB0B5C-4A2C-46A2-B148-FDAAD5EB12E2}" dt="2026-09-28T07:34:26.829" v="180" actId="2711"/>
        <pc:sldMkLst>
          <pc:docMk/>
          <pc:sldMk cId="0" sldId="1751"/>
        </pc:sldMkLst>
        <pc:spChg chg="mod">
          <ac:chgData name="Akshaya Kinthada" userId="1a4e6eb83f59d2b0" providerId="LiveId" clId="{53AB0B5C-4A2C-46A2-B148-FDAAD5EB12E2}" dt="2026-09-28T07:34:26.829" v="180" actId="2711"/>
          <ac:spMkLst>
            <pc:docMk/>
            <pc:sldMk cId="0" sldId="1751"/>
            <ac:spMk id="6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07:34:41.469" v="181" actId="2711"/>
        <pc:sldMkLst>
          <pc:docMk/>
          <pc:sldMk cId="0" sldId="1752"/>
        </pc:sldMkLst>
        <pc:spChg chg="mod">
          <ac:chgData name="Akshaya Kinthada" userId="1a4e6eb83f59d2b0" providerId="LiveId" clId="{53AB0B5C-4A2C-46A2-B148-FDAAD5EB12E2}" dt="2026-09-28T07:34:41.469" v="181" actId="2711"/>
          <ac:spMkLst>
            <pc:docMk/>
            <pc:sldMk cId="0" sldId="1752"/>
            <ac:spMk id="6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14:46:30.565" v="482" actId="113"/>
        <pc:sldMkLst>
          <pc:docMk/>
          <pc:sldMk cId="0" sldId="1755"/>
        </pc:sldMkLst>
        <pc:spChg chg="mod">
          <ac:chgData name="Akshaya Kinthada" userId="1a4e6eb83f59d2b0" providerId="LiveId" clId="{53AB0B5C-4A2C-46A2-B148-FDAAD5EB12E2}" dt="2026-09-28T14:46:30.565" v="482" actId="113"/>
          <ac:spMkLst>
            <pc:docMk/>
            <pc:sldMk cId="0" sldId="1755"/>
            <ac:spMk id="12" creationId="{00000000-0000-0000-0000-000000000000}"/>
          </ac:spMkLst>
        </pc:spChg>
      </pc:sldChg>
      <pc:sldChg chg="modSp mod">
        <pc:chgData name="Akshaya Kinthada" userId="1a4e6eb83f59d2b0" providerId="LiveId" clId="{53AB0B5C-4A2C-46A2-B148-FDAAD5EB12E2}" dt="2026-09-28T14:48:30.512" v="494" actId="14734"/>
        <pc:sldMkLst>
          <pc:docMk/>
          <pc:sldMk cId="0" sldId="1756"/>
        </pc:sldMkLst>
        <pc:spChg chg="mod">
          <ac:chgData name="Akshaya Kinthada" userId="1a4e6eb83f59d2b0" providerId="LiveId" clId="{53AB0B5C-4A2C-46A2-B148-FDAAD5EB12E2}" dt="2026-09-28T14:47:41.381" v="488" actId="1076"/>
          <ac:spMkLst>
            <pc:docMk/>
            <pc:sldMk cId="0" sldId="1756"/>
            <ac:spMk id="12" creationId="{00000000-0000-0000-0000-000000000000}"/>
          </ac:spMkLst>
        </pc:spChg>
        <pc:graphicFrameChg chg="mod modGraphic">
          <ac:chgData name="Akshaya Kinthada" userId="1a4e6eb83f59d2b0" providerId="LiveId" clId="{53AB0B5C-4A2C-46A2-B148-FDAAD5EB12E2}" dt="2026-09-28T14:48:30.512" v="494" actId="14734"/>
          <ac:graphicFrameMkLst>
            <pc:docMk/>
            <pc:sldMk cId="0" sldId="1756"/>
            <ac:graphicFrameMk id="6" creationId="{00000000-0000-0000-0000-000000000000}"/>
          </ac:graphicFrameMkLst>
        </pc:graphicFrameChg>
      </pc:sldChg>
      <pc:sldChg chg="modSp mod">
        <pc:chgData name="Akshaya Kinthada" userId="1a4e6eb83f59d2b0" providerId="LiveId" clId="{53AB0B5C-4A2C-46A2-B148-FDAAD5EB12E2}" dt="2026-09-28T15:35:53.415" v="582" actId="207"/>
        <pc:sldMkLst>
          <pc:docMk/>
          <pc:sldMk cId="1126345750" sldId="1761"/>
        </pc:sldMkLst>
        <pc:spChg chg="mod">
          <ac:chgData name="Akshaya Kinthada" userId="1a4e6eb83f59d2b0" providerId="LiveId" clId="{53AB0B5C-4A2C-46A2-B148-FDAAD5EB12E2}" dt="2026-09-28T15:35:53.415" v="582" actId="207"/>
          <ac:spMkLst>
            <pc:docMk/>
            <pc:sldMk cId="1126345750" sldId="1761"/>
            <ac:spMk id="6" creationId="{64457088-590B-6E2E-DB16-677B31617BE2}"/>
          </ac:spMkLst>
        </pc:spChg>
      </pc:sldChg>
      <pc:sldChg chg="addSp modSp mod">
        <pc:chgData name="Akshaya Kinthada" userId="1a4e6eb83f59d2b0" providerId="LiveId" clId="{53AB0B5C-4A2C-46A2-B148-FDAAD5EB12E2}" dt="2026-09-28T15:33:58.325" v="579" actId="1076"/>
        <pc:sldMkLst>
          <pc:docMk/>
          <pc:sldMk cId="1935819188" sldId="1762"/>
        </pc:sldMkLst>
        <pc:spChg chg="add mod">
          <ac:chgData name="Akshaya Kinthada" userId="1a4e6eb83f59d2b0" providerId="LiveId" clId="{53AB0B5C-4A2C-46A2-B148-FDAAD5EB12E2}" dt="2026-09-28T15:33:54.395" v="578" actId="1076"/>
          <ac:spMkLst>
            <pc:docMk/>
            <pc:sldMk cId="1935819188" sldId="1762"/>
            <ac:spMk id="3" creationId="{60A991BD-9D4B-1A09-8FF7-44C67A8E8560}"/>
          </ac:spMkLst>
        </pc:spChg>
        <pc:spChg chg="mod">
          <ac:chgData name="Akshaya Kinthada" userId="1a4e6eb83f59d2b0" providerId="LiveId" clId="{53AB0B5C-4A2C-46A2-B148-FDAAD5EB12E2}" dt="2026-09-28T14:50:21.209" v="500" actId="1076"/>
          <ac:spMkLst>
            <pc:docMk/>
            <pc:sldMk cId="1935819188" sldId="1762"/>
            <ac:spMk id="10" creationId="{8CD7CDE0-44D4-5BD7-7C80-FBD4975DEF34}"/>
          </ac:spMkLst>
        </pc:spChg>
        <pc:spChg chg="mod">
          <ac:chgData name="Akshaya Kinthada" userId="1a4e6eb83f59d2b0" providerId="LiveId" clId="{53AB0B5C-4A2C-46A2-B148-FDAAD5EB12E2}" dt="2026-09-28T14:50:15.432" v="499" actId="1076"/>
          <ac:spMkLst>
            <pc:docMk/>
            <pc:sldMk cId="1935819188" sldId="1762"/>
            <ac:spMk id="12" creationId="{EFE58EF1-4ABF-7EF9-8076-4D11D4E209D4}"/>
          </ac:spMkLst>
        </pc:spChg>
        <pc:spChg chg="mod">
          <ac:chgData name="Akshaya Kinthada" userId="1a4e6eb83f59d2b0" providerId="LiveId" clId="{53AB0B5C-4A2C-46A2-B148-FDAAD5EB12E2}" dt="2026-09-28T15:23:34.920" v="517" actId="404"/>
          <ac:spMkLst>
            <pc:docMk/>
            <pc:sldMk cId="1935819188" sldId="1762"/>
            <ac:spMk id="14" creationId="{FD6D4A4B-C4AC-44EB-882E-823BB8CD42F1}"/>
          </ac:spMkLst>
        </pc:spChg>
        <pc:spChg chg="mod">
          <ac:chgData name="Akshaya Kinthada" userId="1a4e6eb83f59d2b0" providerId="LiveId" clId="{53AB0B5C-4A2C-46A2-B148-FDAAD5EB12E2}" dt="2026-09-28T15:23:40.120" v="518" actId="1076"/>
          <ac:spMkLst>
            <pc:docMk/>
            <pc:sldMk cId="1935819188" sldId="1762"/>
            <ac:spMk id="15" creationId="{3A2C8CF3-C10D-717B-3C39-BD27CD508609}"/>
          </ac:spMkLst>
        </pc:spChg>
        <pc:spChg chg="mod">
          <ac:chgData name="Akshaya Kinthada" userId="1a4e6eb83f59d2b0" providerId="LiveId" clId="{53AB0B5C-4A2C-46A2-B148-FDAAD5EB12E2}" dt="2026-09-28T15:33:58.325" v="579" actId="1076"/>
          <ac:spMkLst>
            <pc:docMk/>
            <pc:sldMk cId="1935819188" sldId="1762"/>
            <ac:spMk id="18" creationId="{51817625-4F28-9CFD-27B5-80CE3A2024B2}"/>
          </ac:spMkLst>
        </pc:spChg>
        <pc:grpChg chg="mod">
          <ac:chgData name="Akshaya Kinthada" userId="1a4e6eb83f59d2b0" providerId="LiveId" clId="{53AB0B5C-4A2C-46A2-B148-FDAAD5EB12E2}" dt="2026-09-28T15:21:51.790" v="502" actId="1076"/>
          <ac:grpSpMkLst>
            <pc:docMk/>
            <pc:sldMk cId="1935819188" sldId="1762"/>
            <ac:grpSpMk id="7" creationId="{E69A36BA-58D1-0AA0-9619-F299A28FC014}"/>
          </ac:grpSpMkLst>
        </pc:grpChg>
        <pc:picChg chg="add mod">
          <ac:chgData name="Akshaya Kinthada" userId="1a4e6eb83f59d2b0" providerId="LiveId" clId="{53AB0B5C-4A2C-46A2-B148-FDAAD5EB12E2}" dt="2026-09-28T15:33:12.098" v="570" actId="1076"/>
          <ac:picMkLst>
            <pc:docMk/>
            <pc:sldMk cId="1935819188" sldId="1762"/>
            <ac:picMk id="4" creationId="{0809293B-660E-0B93-E717-1281B2BF80F8}"/>
          </ac:picMkLst>
        </pc:picChg>
      </pc:sldChg>
      <pc:sldChg chg="modSp mod">
        <pc:chgData name="Akshaya Kinthada" userId="1a4e6eb83f59d2b0" providerId="LiveId" clId="{53AB0B5C-4A2C-46A2-B148-FDAAD5EB12E2}" dt="2026-09-28T15:35:32.756" v="580" actId="207"/>
        <pc:sldMkLst>
          <pc:docMk/>
          <pc:sldMk cId="2408528112" sldId="1764"/>
        </pc:sldMkLst>
        <pc:spChg chg="mod">
          <ac:chgData name="Akshaya Kinthada" userId="1a4e6eb83f59d2b0" providerId="LiveId" clId="{53AB0B5C-4A2C-46A2-B148-FDAAD5EB12E2}" dt="2026-09-28T15:35:32.756" v="580" actId="207"/>
          <ac:spMkLst>
            <pc:docMk/>
            <pc:sldMk cId="2408528112" sldId="1764"/>
            <ac:spMk id="30" creationId="{969AD63F-1C2D-C080-CBFC-9EC26D4B35A7}"/>
          </ac:spMkLst>
        </pc:spChg>
      </pc:sldChg>
      <pc:sldChg chg="addSp delSp modSp mod ord">
        <pc:chgData name="Akshaya Kinthada" userId="1a4e6eb83f59d2b0" providerId="LiveId" clId="{53AB0B5C-4A2C-46A2-B148-FDAAD5EB12E2}" dt="2026-09-28T14:42:03.488" v="450" actId="1076"/>
        <pc:sldMkLst>
          <pc:docMk/>
          <pc:sldMk cId="894664834" sldId="1765"/>
        </pc:sldMkLst>
        <pc:spChg chg="mod">
          <ac:chgData name="Akshaya Kinthada" userId="1a4e6eb83f59d2b0" providerId="LiveId" clId="{53AB0B5C-4A2C-46A2-B148-FDAAD5EB12E2}" dt="2026-09-28T14:42:03.488" v="450" actId="1076"/>
          <ac:spMkLst>
            <pc:docMk/>
            <pc:sldMk cId="894664834" sldId="1765"/>
            <ac:spMk id="20" creationId="{3182B23A-4A3A-DB9E-D227-2248C12088AA}"/>
          </ac:spMkLst>
        </pc:spChg>
        <pc:spChg chg="mod">
          <ac:chgData name="Akshaya Kinthada" userId="1a4e6eb83f59d2b0" providerId="LiveId" clId="{53AB0B5C-4A2C-46A2-B148-FDAAD5EB12E2}" dt="2026-09-28T14:41:47.888" v="447" actId="1076"/>
          <ac:spMkLst>
            <pc:docMk/>
            <pc:sldMk cId="894664834" sldId="1765"/>
            <ac:spMk id="22" creationId="{6EE7B6B7-25C1-353F-612A-5EC143743343}"/>
          </ac:spMkLst>
        </pc:spChg>
        <pc:grpChg chg="mod">
          <ac:chgData name="Akshaya Kinthada" userId="1a4e6eb83f59d2b0" providerId="LiveId" clId="{53AB0B5C-4A2C-46A2-B148-FDAAD5EB12E2}" dt="2026-09-28T14:41:55.743" v="449" actId="1076"/>
          <ac:grpSpMkLst>
            <pc:docMk/>
            <pc:sldMk cId="894664834" sldId="1765"/>
            <ac:grpSpMk id="17" creationId="{B95F0DB3-025C-BB1A-1311-ABF84A41457A}"/>
          </ac:grpSpMkLst>
        </pc:grpChg>
      </pc:sldChg>
      <pc:sldChg chg="addSp delSp modSp mod">
        <pc:chgData name="Akshaya Kinthada" userId="1a4e6eb83f59d2b0" providerId="LiveId" clId="{53AB0B5C-4A2C-46A2-B148-FDAAD5EB12E2}" dt="2026-10-01T04:17:52.229" v="751" actId="1076"/>
        <pc:sldMkLst>
          <pc:docMk/>
          <pc:sldMk cId="1946020901" sldId="1766"/>
        </pc:sldMkLst>
        <pc:spChg chg="add mod">
          <ac:chgData name="Akshaya Kinthada" userId="1a4e6eb83f59d2b0" providerId="LiveId" clId="{53AB0B5C-4A2C-46A2-B148-FDAAD5EB12E2}" dt="2026-10-01T04:16:39.498" v="726" actId="1076"/>
          <ac:spMkLst>
            <pc:docMk/>
            <pc:sldMk cId="1946020901" sldId="1766"/>
            <ac:spMk id="3" creationId="{E9D49782-F03E-769B-A850-D7C58D8ACE2A}"/>
          </ac:spMkLst>
        </pc:spChg>
        <pc:spChg chg="add del mod">
          <ac:chgData name="Akshaya Kinthada" userId="1a4e6eb83f59d2b0" providerId="LiveId" clId="{53AB0B5C-4A2C-46A2-B148-FDAAD5EB12E2}" dt="2026-10-01T04:17:00.486" v="733"/>
          <ac:spMkLst>
            <pc:docMk/>
            <pc:sldMk cId="1946020901" sldId="1766"/>
            <ac:spMk id="4" creationId="{0113C1AF-368C-F9F3-B2AB-1F469EBDBF29}"/>
          </ac:spMkLst>
        </pc:spChg>
        <pc:spChg chg="mod">
          <ac:chgData name="Akshaya Kinthada" userId="1a4e6eb83f59d2b0" providerId="LiveId" clId="{53AB0B5C-4A2C-46A2-B148-FDAAD5EB12E2}" dt="2026-10-01T04:17:07.263" v="734" actId="1076"/>
          <ac:spMkLst>
            <pc:docMk/>
            <pc:sldMk cId="1946020901" sldId="1766"/>
            <ac:spMk id="6" creationId="{F95AF3ED-C3F1-4E30-CE20-C36943446AD3}"/>
          </ac:spMkLst>
        </pc:spChg>
        <pc:spChg chg="add mod">
          <ac:chgData name="Akshaya Kinthada" userId="1a4e6eb83f59d2b0" providerId="LiveId" clId="{53AB0B5C-4A2C-46A2-B148-FDAAD5EB12E2}" dt="2026-10-01T04:17:36.051" v="747" actId="1076"/>
          <ac:spMkLst>
            <pc:docMk/>
            <pc:sldMk cId="1946020901" sldId="1766"/>
            <ac:spMk id="13" creationId="{A27E88B3-5BD5-4031-BEFC-2C9FBC7281A9}"/>
          </ac:spMkLst>
        </pc:spChg>
        <pc:spChg chg="add mod">
          <ac:chgData name="Akshaya Kinthada" userId="1a4e6eb83f59d2b0" providerId="LiveId" clId="{53AB0B5C-4A2C-46A2-B148-FDAAD5EB12E2}" dt="2026-10-01T04:17:52.229" v="751" actId="1076"/>
          <ac:spMkLst>
            <pc:docMk/>
            <pc:sldMk cId="1946020901" sldId="1766"/>
            <ac:spMk id="14" creationId="{AF0957D7-701F-FC1D-D80B-4841D1CD2A48}"/>
          </ac:spMkLst>
        </pc:spChg>
        <pc:grpChg chg="mod">
          <ac:chgData name="Akshaya Kinthada" userId="1a4e6eb83f59d2b0" providerId="LiveId" clId="{53AB0B5C-4A2C-46A2-B148-FDAAD5EB12E2}" dt="2026-09-27T05:29:52.915" v="18" actId="1076"/>
          <ac:grpSpMkLst>
            <pc:docMk/>
            <pc:sldMk cId="1946020901" sldId="1766"/>
            <ac:grpSpMk id="7" creationId="{C91D5F28-98EF-1285-11A1-4AB6B2DD1998}"/>
          </ac:grpSpMkLst>
        </pc:grpChg>
        <pc:picChg chg="mod">
          <ac:chgData name="Akshaya Kinthada" userId="1a4e6eb83f59d2b0" providerId="LiveId" clId="{53AB0B5C-4A2C-46A2-B148-FDAAD5EB12E2}" dt="2026-10-01T04:17:10.079" v="735" actId="1076"/>
          <ac:picMkLst>
            <pc:docMk/>
            <pc:sldMk cId="1946020901" sldId="1766"/>
            <ac:picMk id="19" creationId="{C5E56888-1203-1B8F-3054-BCCB1A53667B}"/>
          </ac:picMkLst>
        </pc:picChg>
        <pc:picChg chg="mod">
          <ac:chgData name="Akshaya Kinthada" userId="1a4e6eb83f59d2b0" providerId="LiveId" clId="{53AB0B5C-4A2C-46A2-B148-FDAAD5EB12E2}" dt="2026-10-01T04:17:45.623" v="748" actId="1076"/>
          <ac:picMkLst>
            <pc:docMk/>
            <pc:sldMk cId="1946020901" sldId="1766"/>
            <ac:picMk id="21" creationId="{13BB20FA-F552-AFD9-7DC0-B22D4939F98D}"/>
          </ac:picMkLst>
        </pc:picChg>
        <pc:picChg chg="del">
          <ac:chgData name="Akshaya Kinthada" userId="1a4e6eb83f59d2b0" providerId="LiveId" clId="{53AB0B5C-4A2C-46A2-B148-FDAAD5EB12E2}" dt="2026-10-01T04:16:01.979" v="716" actId="478"/>
          <ac:picMkLst>
            <pc:docMk/>
            <pc:sldMk cId="1946020901" sldId="1766"/>
            <ac:picMk id="25" creationId="{6EC93CBC-EC08-66BD-5D81-D9DDD5194F78}"/>
          </ac:picMkLst>
        </pc:picChg>
      </pc:sldChg>
      <pc:sldChg chg="addSp delSp modSp mod">
        <pc:chgData name="Akshaya Kinthada" userId="1a4e6eb83f59d2b0" providerId="LiveId" clId="{53AB0B5C-4A2C-46A2-B148-FDAAD5EB12E2}" dt="2026-10-01T04:21:02.402" v="797" actId="1076"/>
        <pc:sldMkLst>
          <pc:docMk/>
          <pc:sldMk cId="1501373550" sldId="1767"/>
        </pc:sldMkLst>
        <pc:spChg chg="mod">
          <ac:chgData name="Akshaya Kinthada" userId="1a4e6eb83f59d2b0" providerId="LiveId" clId="{53AB0B5C-4A2C-46A2-B148-FDAAD5EB12E2}" dt="2026-10-01T04:20:18.289" v="785" actId="14100"/>
          <ac:spMkLst>
            <pc:docMk/>
            <pc:sldMk cId="1501373550" sldId="1767"/>
            <ac:spMk id="3" creationId="{080F2186-5F5D-429D-4DC0-EF4089138C27}"/>
          </ac:spMkLst>
        </pc:spChg>
        <pc:spChg chg="add mod">
          <ac:chgData name="Akshaya Kinthada" userId="1a4e6eb83f59d2b0" providerId="LiveId" clId="{53AB0B5C-4A2C-46A2-B148-FDAAD5EB12E2}" dt="2026-10-01T04:20:24.171" v="787" actId="14100"/>
          <ac:spMkLst>
            <pc:docMk/>
            <pc:sldMk cId="1501373550" sldId="1767"/>
            <ac:spMk id="4" creationId="{6C4C931C-D828-9839-4C1E-5B8CFABB3DC8}"/>
          </ac:spMkLst>
        </pc:spChg>
        <pc:spChg chg="add mod">
          <ac:chgData name="Akshaya Kinthada" userId="1a4e6eb83f59d2b0" providerId="LiveId" clId="{53AB0B5C-4A2C-46A2-B148-FDAAD5EB12E2}" dt="2026-10-01T04:20:55.734" v="794"/>
          <ac:spMkLst>
            <pc:docMk/>
            <pc:sldMk cId="1501373550" sldId="1767"/>
            <ac:spMk id="13" creationId="{D6D4E538-0733-71FD-3DB3-60F8A074036B}"/>
          </ac:spMkLst>
        </pc:spChg>
        <pc:spChg chg="add mod">
          <ac:chgData name="Akshaya Kinthada" userId="1a4e6eb83f59d2b0" providerId="LiveId" clId="{53AB0B5C-4A2C-46A2-B148-FDAAD5EB12E2}" dt="2026-10-01T04:21:02.402" v="797" actId="1076"/>
          <ac:spMkLst>
            <pc:docMk/>
            <pc:sldMk cId="1501373550" sldId="1767"/>
            <ac:spMk id="15" creationId="{8B183FAF-5CFC-482D-803B-5FA9374EA3AF}"/>
          </ac:spMkLst>
        </pc:spChg>
        <pc:grpChg chg="mod">
          <ac:chgData name="Akshaya Kinthada" userId="1a4e6eb83f59d2b0" providerId="LiveId" clId="{53AB0B5C-4A2C-46A2-B148-FDAAD5EB12E2}" dt="2026-09-27T05:30:57.766" v="27" actId="1076"/>
          <ac:grpSpMkLst>
            <pc:docMk/>
            <pc:sldMk cId="1501373550" sldId="1767"/>
            <ac:grpSpMk id="7" creationId="{7EF11FF3-1B5A-806F-5DAA-C25A903D3DF1}"/>
          </ac:grpSpMkLst>
        </pc:grpChg>
        <pc:picChg chg="mod">
          <ac:chgData name="Akshaya Kinthada" userId="1a4e6eb83f59d2b0" providerId="LiveId" clId="{53AB0B5C-4A2C-46A2-B148-FDAAD5EB12E2}" dt="2026-10-01T04:20:31.403" v="790" actId="1076"/>
          <ac:picMkLst>
            <pc:docMk/>
            <pc:sldMk cId="1501373550" sldId="1767"/>
            <ac:picMk id="6" creationId="{7BAB696F-744A-170C-4819-34440FE0392C}"/>
          </ac:picMkLst>
        </pc:picChg>
        <pc:picChg chg="mod">
          <ac:chgData name="Akshaya Kinthada" userId="1a4e6eb83f59d2b0" providerId="LiveId" clId="{53AB0B5C-4A2C-46A2-B148-FDAAD5EB12E2}" dt="2026-10-01T04:20:38.527" v="792" actId="1076"/>
          <ac:picMkLst>
            <pc:docMk/>
            <pc:sldMk cId="1501373550" sldId="1767"/>
            <ac:picMk id="14" creationId="{7D03F895-2F31-3B6F-5D1C-FBF249DED354}"/>
          </ac:picMkLst>
        </pc:picChg>
        <pc:picChg chg="del">
          <ac:chgData name="Akshaya Kinthada" userId="1a4e6eb83f59d2b0" providerId="LiveId" clId="{53AB0B5C-4A2C-46A2-B148-FDAAD5EB12E2}" dt="2026-10-01T04:19:01.297" v="768" actId="478"/>
          <ac:picMkLst>
            <pc:docMk/>
            <pc:sldMk cId="1501373550" sldId="1767"/>
            <ac:picMk id="17" creationId="{8B26A498-86DB-1B23-787A-00AB60AABECF}"/>
          </ac:picMkLst>
        </pc:picChg>
        <pc:picChg chg="del">
          <ac:chgData name="Akshaya Kinthada" userId="1a4e6eb83f59d2b0" providerId="LiveId" clId="{53AB0B5C-4A2C-46A2-B148-FDAAD5EB12E2}" dt="2026-10-01T04:19:02.813" v="769" actId="478"/>
          <ac:picMkLst>
            <pc:docMk/>
            <pc:sldMk cId="1501373550" sldId="1767"/>
            <ac:picMk id="21" creationId="{798BF0DE-B5AF-9501-3EEC-9C8A73B7AB5E}"/>
          </ac:picMkLst>
        </pc:picChg>
      </pc:sldChg>
      <pc:sldChg chg="modSp mod">
        <pc:chgData name="Akshaya Kinthada" userId="1a4e6eb83f59d2b0" providerId="LiveId" clId="{53AB0B5C-4A2C-46A2-B148-FDAAD5EB12E2}" dt="2026-09-28T15:35:45.867" v="581" actId="207"/>
        <pc:sldMkLst>
          <pc:docMk/>
          <pc:sldMk cId="1998297802" sldId="1768"/>
        </pc:sldMkLst>
        <pc:spChg chg="mod">
          <ac:chgData name="Akshaya Kinthada" userId="1a4e6eb83f59d2b0" providerId="LiveId" clId="{53AB0B5C-4A2C-46A2-B148-FDAAD5EB12E2}" dt="2026-09-28T15:35:45.867" v="581" actId="207"/>
          <ac:spMkLst>
            <pc:docMk/>
            <pc:sldMk cId="1998297802" sldId="1768"/>
            <ac:spMk id="30" creationId="{23F2F7FD-79C3-9813-A408-81D678C64513}"/>
          </ac:spMkLst>
        </pc:spChg>
      </pc:sldChg>
      <pc:sldChg chg="addSp delSp modSp mod ord">
        <pc:chgData name="Akshaya Kinthada" userId="1a4e6eb83f59d2b0" providerId="LiveId" clId="{53AB0B5C-4A2C-46A2-B148-FDAAD5EB12E2}" dt="2026-09-28T14:44:54.245" v="472" actId="1076"/>
        <pc:sldMkLst>
          <pc:docMk/>
          <pc:sldMk cId="4287811188" sldId="1770"/>
        </pc:sldMkLst>
        <pc:spChg chg="add mod">
          <ac:chgData name="Akshaya Kinthada" userId="1a4e6eb83f59d2b0" providerId="LiveId" clId="{53AB0B5C-4A2C-46A2-B148-FDAAD5EB12E2}" dt="2026-09-28T14:31:18.075" v="339" actId="1076"/>
          <ac:spMkLst>
            <pc:docMk/>
            <pc:sldMk cId="4287811188" sldId="1770"/>
            <ac:spMk id="4" creationId="{A1A9C4C0-5D56-808C-6CCC-EF12BEFADB55}"/>
          </ac:spMkLst>
        </pc:spChg>
        <pc:spChg chg="mod">
          <ac:chgData name="Akshaya Kinthada" userId="1a4e6eb83f59d2b0" providerId="LiveId" clId="{53AB0B5C-4A2C-46A2-B148-FDAAD5EB12E2}" dt="2026-09-28T14:44:54.245" v="472" actId="1076"/>
          <ac:spMkLst>
            <pc:docMk/>
            <pc:sldMk cId="4287811188" sldId="1770"/>
            <ac:spMk id="20" creationId="{C2AE9315-7F3E-8B36-FC0E-0C56D9D9534B}"/>
          </ac:spMkLst>
        </pc:spChg>
        <pc:spChg chg="mod">
          <ac:chgData name="Akshaya Kinthada" userId="1a4e6eb83f59d2b0" providerId="LiveId" clId="{53AB0B5C-4A2C-46A2-B148-FDAAD5EB12E2}" dt="2026-09-28T14:44:46.618" v="471" actId="1076"/>
          <ac:spMkLst>
            <pc:docMk/>
            <pc:sldMk cId="4287811188" sldId="1770"/>
            <ac:spMk id="22" creationId="{D35703BA-08A6-4A7F-FF31-637C2AC87BCA}"/>
          </ac:spMkLst>
        </pc:spChg>
        <pc:grpChg chg="mod">
          <ac:chgData name="Akshaya Kinthada" userId="1a4e6eb83f59d2b0" providerId="LiveId" clId="{53AB0B5C-4A2C-46A2-B148-FDAAD5EB12E2}" dt="2026-09-28T14:44:33.719" v="469" actId="1076"/>
          <ac:grpSpMkLst>
            <pc:docMk/>
            <pc:sldMk cId="4287811188" sldId="1770"/>
            <ac:grpSpMk id="17" creationId="{5EE0C3C5-1506-4D32-CECF-D80F7F9E3EAF}"/>
          </ac:grpSpMkLst>
        </pc:grpChg>
        <pc:picChg chg="mod">
          <ac:chgData name="Akshaya Kinthada" userId="1a4e6eb83f59d2b0" providerId="LiveId" clId="{53AB0B5C-4A2C-46A2-B148-FDAAD5EB12E2}" dt="2026-09-28T14:31:12.683" v="336" actId="1076"/>
          <ac:picMkLst>
            <pc:docMk/>
            <pc:sldMk cId="4287811188" sldId="1770"/>
            <ac:picMk id="11" creationId="{73251FA7-78CF-A7B4-E1A7-07CCB68A6647}"/>
          </ac:picMkLst>
        </pc:picChg>
      </pc:sldChg>
      <pc:sldChg chg="addSp delSp modSp add mod">
        <pc:chgData name="Akshaya Kinthada" userId="1a4e6eb83f59d2b0" providerId="LiveId" clId="{53AB0B5C-4A2C-46A2-B148-FDAAD5EB12E2}" dt="2026-10-01T04:34:11.927" v="897" actId="403"/>
        <pc:sldMkLst>
          <pc:docMk/>
          <pc:sldMk cId="639931304" sldId="1771"/>
        </pc:sldMkLst>
        <pc:spChg chg="mod">
          <ac:chgData name="Akshaya Kinthada" userId="1a4e6eb83f59d2b0" providerId="LiveId" clId="{53AB0B5C-4A2C-46A2-B148-FDAAD5EB12E2}" dt="2026-10-01T04:34:11.927" v="897" actId="403"/>
          <ac:spMkLst>
            <pc:docMk/>
            <pc:sldMk cId="639931304" sldId="1771"/>
            <ac:spMk id="3" creationId="{5546D07C-2F98-0495-968D-116DD35C197B}"/>
          </ac:spMkLst>
        </pc:spChg>
        <pc:spChg chg="add mod">
          <ac:chgData name="Akshaya Kinthada" userId="1a4e6eb83f59d2b0" providerId="LiveId" clId="{53AB0B5C-4A2C-46A2-B148-FDAAD5EB12E2}" dt="2026-10-01T04:33:56.058" v="896" actId="1076"/>
          <ac:spMkLst>
            <pc:docMk/>
            <pc:sldMk cId="639931304" sldId="1771"/>
            <ac:spMk id="4" creationId="{6227682C-83D1-222B-A6FE-BAF081C288FF}"/>
          </ac:spMkLst>
        </pc:spChg>
        <pc:spChg chg="add del mod">
          <ac:chgData name="Akshaya Kinthada" userId="1a4e6eb83f59d2b0" providerId="LiveId" clId="{53AB0B5C-4A2C-46A2-B148-FDAAD5EB12E2}" dt="2026-10-01T04:33:20.641" v="877"/>
          <ac:spMkLst>
            <pc:docMk/>
            <pc:sldMk cId="639931304" sldId="1771"/>
            <ac:spMk id="13" creationId="{2CECF917-5F9B-8EBA-5838-300CC77D52C8}"/>
          </ac:spMkLst>
        </pc:spChg>
        <pc:picChg chg="mod">
          <ac:chgData name="Akshaya Kinthada" userId="1a4e6eb83f59d2b0" providerId="LiveId" clId="{53AB0B5C-4A2C-46A2-B148-FDAAD5EB12E2}" dt="2026-10-01T04:33:37.470" v="883" actId="1076"/>
          <ac:picMkLst>
            <pc:docMk/>
            <pc:sldMk cId="639931304" sldId="1771"/>
            <ac:picMk id="6" creationId="{E16E2D7C-5CD4-2FEA-72FB-ACF7440A77C5}"/>
          </ac:picMkLst>
        </pc:picChg>
        <pc:picChg chg="del">
          <ac:chgData name="Akshaya Kinthada" userId="1a4e6eb83f59d2b0" providerId="LiveId" clId="{53AB0B5C-4A2C-46A2-B148-FDAAD5EB12E2}" dt="2026-10-01T04:33:20.641" v="875" actId="478"/>
          <ac:picMkLst>
            <pc:docMk/>
            <pc:sldMk cId="639931304" sldId="1771"/>
            <ac:picMk id="20" creationId="{6F9F1007-1107-2B94-6E5E-86B609343493}"/>
          </ac:picMkLst>
        </pc:picChg>
      </pc:sldChg>
      <pc:sldChg chg="addSp delSp modSp add mod">
        <pc:chgData name="Akshaya Kinthada" userId="1a4e6eb83f59d2b0" providerId="LiveId" clId="{53AB0B5C-4A2C-46A2-B148-FDAAD5EB12E2}" dt="2026-10-01T04:36:17.202" v="924" actId="1076"/>
        <pc:sldMkLst>
          <pc:docMk/>
          <pc:sldMk cId="2687178678" sldId="1772"/>
        </pc:sldMkLst>
        <pc:spChg chg="mod">
          <ac:chgData name="Akshaya Kinthada" userId="1a4e6eb83f59d2b0" providerId="LiveId" clId="{53AB0B5C-4A2C-46A2-B148-FDAAD5EB12E2}" dt="2026-10-01T04:34:58.317" v="909" actId="403"/>
          <ac:spMkLst>
            <pc:docMk/>
            <pc:sldMk cId="2687178678" sldId="1772"/>
            <ac:spMk id="3" creationId="{3E4B2FF1-C243-8EB1-D4DD-D9CF7B0AEA00}"/>
          </ac:spMkLst>
        </pc:spChg>
        <pc:spChg chg="add del mod">
          <ac:chgData name="Akshaya Kinthada" userId="1a4e6eb83f59d2b0" providerId="LiveId" clId="{53AB0B5C-4A2C-46A2-B148-FDAAD5EB12E2}" dt="2026-10-01T04:34:35.538" v="903"/>
          <ac:spMkLst>
            <pc:docMk/>
            <pc:sldMk cId="2687178678" sldId="1772"/>
            <ac:spMk id="4" creationId="{57CF3AA9-6E97-5111-3F52-EAEDADAFC9A5}"/>
          </ac:spMkLst>
        </pc:spChg>
        <pc:spChg chg="add mod">
          <ac:chgData name="Akshaya Kinthada" userId="1a4e6eb83f59d2b0" providerId="LiveId" clId="{53AB0B5C-4A2C-46A2-B148-FDAAD5EB12E2}" dt="2026-10-01T04:36:17.202" v="924" actId="1076"/>
          <ac:spMkLst>
            <pc:docMk/>
            <pc:sldMk cId="2687178678" sldId="1772"/>
            <ac:spMk id="13" creationId="{3C1AC100-F0C1-F988-9E8F-648BD4E638BB}"/>
          </ac:spMkLst>
        </pc:spChg>
        <pc:picChg chg="mod">
          <ac:chgData name="Akshaya Kinthada" userId="1a4e6eb83f59d2b0" providerId="LiveId" clId="{53AB0B5C-4A2C-46A2-B148-FDAAD5EB12E2}" dt="2026-10-01T04:34:44.533" v="907" actId="1076"/>
          <ac:picMkLst>
            <pc:docMk/>
            <pc:sldMk cId="2687178678" sldId="1772"/>
            <ac:picMk id="15" creationId="{DF023038-F5C8-B96E-86A3-4CA28199D0F9}"/>
          </ac:picMkLst>
        </pc:picChg>
        <pc:picChg chg="del">
          <ac:chgData name="Akshaya Kinthada" userId="1a4e6eb83f59d2b0" providerId="LiveId" clId="{53AB0B5C-4A2C-46A2-B148-FDAAD5EB12E2}" dt="2026-10-01T04:34:35.538" v="901" actId="478"/>
          <ac:picMkLst>
            <pc:docMk/>
            <pc:sldMk cId="2687178678" sldId="1772"/>
            <ac:picMk id="18" creationId="{25C660AA-02BE-E712-7B8B-E825C3F0E226}"/>
          </ac:picMkLst>
        </pc:picChg>
      </pc:sldChg>
      <pc:sldChg chg="addSp delSp modSp add mod">
        <pc:chgData name="Akshaya Kinthada" userId="1a4e6eb83f59d2b0" providerId="LiveId" clId="{53AB0B5C-4A2C-46A2-B148-FDAAD5EB12E2}" dt="2026-10-01T04:40:09.438" v="990" actId="403"/>
        <pc:sldMkLst>
          <pc:docMk/>
          <pc:sldMk cId="3960008704" sldId="1773"/>
        </pc:sldMkLst>
        <pc:spChg chg="add mod">
          <ac:chgData name="Akshaya Kinthada" userId="1a4e6eb83f59d2b0" providerId="LiveId" clId="{53AB0B5C-4A2C-46A2-B148-FDAAD5EB12E2}" dt="2026-10-01T04:40:04.177" v="989" actId="1076"/>
          <ac:spMkLst>
            <pc:docMk/>
            <pc:sldMk cId="3960008704" sldId="1773"/>
            <ac:spMk id="3" creationId="{D3D63D01-3C74-F7E0-D5B4-78DCA25CA30E}"/>
          </ac:spMkLst>
        </pc:spChg>
        <pc:spChg chg="mod">
          <ac:chgData name="Akshaya Kinthada" userId="1a4e6eb83f59d2b0" providerId="LiveId" clId="{53AB0B5C-4A2C-46A2-B148-FDAAD5EB12E2}" dt="2026-10-01T04:40:09.438" v="990" actId="403"/>
          <ac:spMkLst>
            <pc:docMk/>
            <pc:sldMk cId="3960008704" sldId="1773"/>
            <ac:spMk id="4" creationId="{725A4B5C-4772-50BE-137B-29B6483962E2}"/>
          </ac:spMkLst>
        </pc:spChg>
        <pc:spChg chg="add del mod">
          <ac:chgData name="Akshaya Kinthada" userId="1a4e6eb83f59d2b0" providerId="LiveId" clId="{53AB0B5C-4A2C-46A2-B148-FDAAD5EB12E2}" dt="2026-10-01T04:38:37.309" v="968"/>
          <ac:spMkLst>
            <pc:docMk/>
            <pc:sldMk cId="3960008704" sldId="1773"/>
            <ac:spMk id="14" creationId="{CCFE492A-BA7D-B108-A3D1-8E48BE67BA41}"/>
          </ac:spMkLst>
        </pc:spChg>
        <pc:picChg chg="del">
          <ac:chgData name="Akshaya Kinthada" userId="1a4e6eb83f59d2b0" providerId="LiveId" clId="{53AB0B5C-4A2C-46A2-B148-FDAAD5EB12E2}" dt="2026-10-01T04:38:37.305" v="966" actId="478"/>
          <ac:picMkLst>
            <pc:docMk/>
            <pc:sldMk cId="3960008704" sldId="1773"/>
            <ac:picMk id="6" creationId="{16E2ACA0-B33F-5C45-DE57-46C778C1525A}"/>
          </ac:picMkLst>
        </pc:picChg>
        <pc:picChg chg="mod">
          <ac:chgData name="Akshaya Kinthada" userId="1a4e6eb83f59d2b0" providerId="LiveId" clId="{53AB0B5C-4A2C-46A2-B148-FDAAD5EB12E2}" dt="2026-10-01T04:39:21.031" v="976" actId="1076"/>
          <ac:picMkLst>
            <pc:docMk/>
            <pc:sldMk cId="3960008704" sldId="1773"/>
            <ac:picMk id="18" creationId="{0ADF963F-0CF2-59C2-0DDF-90E75FB7BA48}"/>
          </ac:picMkLst>
        </pc:picChg>
      </pc:sldChg>
      <pc:sldChg chg="addSp delSp modSp add mod">
        <pc:chgData name="Akshaya Kinthada" userId="1a4e6eb83f59d2b0" providerId="LiveId" clId="{53AB0B5C-4A2C-46A2-B148-FDAAD5EB12E2}" dt="2026-10-01T04:42:37.376" v="1038" actId="1076"/>
        <pc:sldMkLst>
          <pc:docMk/>
          <pc:sldMk cId="377306326" sldId="1774"/>
        </pc:sldMkLst>
        <pc:spChg chg="add mod">
          <ac:chgData name="Akshaya Kinthada" userId="1a4e6eb83f59d2b0" providerId="LiveId" clId="{53AB0B5C-4A2C-46A2-B148-FDAAD5EB12E2}" dt="2026-10-01T04:42:37.376" v="1038" actId="1076"/>
          <ac:spMkLst>
            <pc:docMk/>
            <pc:sldMk cId="377306326" sldId="1774"/>
            <ac:spMk id="3" creationId="{64F14861-7507-64EF-1590-9F434589E6EE}"/>
          </ac:spMkLst>
        </pc:spChg>
        <pc:spChg chg="del mod">
          <ac:chgData name="Akshaya Kinthada" userId="1a4e6eb83f59d2b0" providerId="LiveId" clId="{53AB0B5C-4A2C-46A2-B148-FDAAD5EB12E2}" dt="2026-10-01T04:40:32.197" v="995"/>
          <ac:spMkLst>
            <pc:docMk/>
            <pc:sldMk cId="377306326" sldId="1774"/>
            <ac:spMk id="4" creationId="{E68B52B7-C162-3D21-A0D0-BE576715B5FB}"/>
          </ac:spMkLst>
        </pc:spChg>
        <pc:spChg chg="mod">
          <ac:chgData name="Akshaya Kinthada" userId="1a4e6eb83f59d2b0" providerId="LiveId" clId="{53AB0B5C-4A2C-46A2-B148-FDAAD5EB12E2}" dt="2026-10-01T04:40:54.764" v="1001" actId="403"/>
          <ac:spMkLst>
            <pc:docMk/>
            <pc:sldMk cId="377306326" sldId="1774"/>
            <ac:spMk id="14" creationId="{78CD7B7A-8E7A-A25C-4AB5-701764C52811}"/>
          </ac:spMkLst>
        </pc:spChg>
        <pc:picChg chg="mod">
          <ac:chgData name="Akshaya Kinthada" userId="1a4e6eb83f59d2b0" providerId="LiveId" clId="{53AB0B5C-4A2C-46A2-B148-FDAAD5EB12E2}" dt="2026-10-01T04:42:19.223" v="1024" actId="14100"/>
          <ac:picMkLst>
            <pc:docMk/>
            <pc:sldMk cId="377306326" sldId="1774"/>
            <ac:picMk id="15" creationId="{7BDB6596-8085-B113-E0E0-B303042E4306}"/>
          </ac:picMkLst>
        </pc:picChg>
        <pc:picChg chg="del">
          <ac:chgData name="Akshaya Kinthada" userId="1a4e6eb83f59d2b0" providerId="LiveId" clId="{53AB0B5C-4A2C-46A2-B148-FDAAD5EB12E2}" dt="2026-10-01T04:40:32.197" v="993" actId="478"/>
          <ac:picMkLst>
            <pc:docMk/>
            <pc:sldMk cId="377306326" sldId="1774"/>
            <ac:picMk id="18" creationId="{4874235C-2B69-48C3-949C-B48093E4019C}"/>
          </ac:picMkLst>
        </pc:picChg>
      </pc:sldChg>
      <pc:sldChg chg="addSp delSp modSp add mod">
        <pc:chgData name="Akshaya Kinthada" userId="1a4e6eb83f59d2b0" providerId="LiveId" clId="{53AB0B5C-4A2C-46A2-B148-FDAAD5EB12E2}" dt="2026-09-28T15:28:59.403" v="554" actId="5793"/>
        <pc:sldMkLst>
          <pc:docMk/>
          <pc:sldMk cId="3437432168" sldId="1775"/>
        </pc:sldMkLst>
        <pc:spChg chg="add mod">
          <ac:chgData name="Akshaya Kinthada" userId="1a4e6eb83f59d2b0" providerId="LiveId" clId="{53AB0B5C-4A2C-46A2-B148-FDAAD5EB12E2}" dt="2026-09-28T15:27:50.727" v="546" actId="14100"/>
          <ac:spMkLst>
            <pc:docMk/>
            <pc:sldMk cId="3437432168" sldId="1775"/>
            <ac:spMk id="3" creationId="{3AF462E3-9F9F-BC69-E72D-081AEDAC3098}"/>
          </ac:spMkLst>
        </pc:spChg>
        <pc:spChg chg="mod">
          <ac:chgData name="Akshaya Kinthada" userId="1a4e6eb83f59d2b0" providerId="LiveId" clId="{53AB0B5C-4A2C-46A2-B148-FDAAD5EB12E2}" dt="2026-09-28T13:16:20.804" v="257" actId="1076"/>
          <ac:spMkLst>
            <pc:docMk/>
            <pc:sldMk cId="3437432168" sldId="1775"/>
            <ac:spMk id="10" creationId="{1B80A65C-5982-FBA4-D16E-A33F0356450B}"/>
          </ac:spMkLst>
        </pc:spChg>
        <pc:spChg chg="mod">
          <ac:chgData name="Akshaya Kinthada" userId="1a4e6eb83f59d2b0" providerId="LiveId" clId="{53AB0B5C-4A2C-46A2-B148-FDAAD5EB12E2}" dt="2026-09-28T13:16:15.040" v="256" actId="1076"/>
          <ac:spMkLst>
            <pc:docMk/>
            <pc:sldMk cId="3437432168" sldId="1775"/>
            <ac:spMk id="12" creationId="{43CDC22A-B05A-BE20-1855-AAE37DBB4408}"/>
          </ac:spMkLst>
        </pc:spChg>
        <pc:spChg chg="mod">
          <ac:chgData name="Akshaya Kinthada" userId="1a4e6eb83f59d2b0" providerId="LiveId" clId="{53AB0B5C-4A2C-46A2-B148-FDAAD5EB12E2}" dt="2026-09-28T15:28:05.409" v="548" actId="1076"/>
          <ac:spMkLst>
            <pc:docMk/>
            <pc:sldMk cId="3437432168" sldId="1775"/>
            <ac:spMk id="18" creationId="{74013018-C9F6-E039-871F-999307BD96C1}"/>
          </ac:spMkLst>
        </pc:spChg>
        <pc:grpChg chg="mod">
          <ac:chgData name="Akshaya Kinthada" userId="1a4e6eb83f59d2b0" providerId="LiveId" clId="{53AB0B5C-4A2C-46A2-B148-FDAAD5EB12E2}" dt="2026-09-28T15:25:20.958" v="530" actId="1076"/>
          <ac:grpSpMkLst>
            <pc:docMk/>
            <pc:sldMk cId="3437432168" sldId="1775"/>
            <ac:grpSpMk id="7" creationId="{96008F65-1FDC-DCCA-55D1-414CBD1664B9}"/>
          </ac:grpSpMkLst>
        </pc:grpChg>
        <pc:picChg chg="mod">
          <ac:chgData name="Akshaya Kinthada" userId="1a4e6eb83f59d2b0" providerId="LiveId" clId="{53AB0B5C-4A2C-46A2-B148-FDAAD5EB12E2}" dt="2026-09-28T15:27:52.522" v="547" actId="1076"/>
          <ac:picMkLst>
            <pc:docMk/>
            <pc:sldMk cId="3437432168" sldId="1775"/>
            <ac:picMk id="4" creationId="{6FD9B229-CC44-7BBD-0EFA-23A0DE84F2DE}"/>
          </ac:picMkLst>
        </pc:picChg>
      </pc:sldChg>
      <pc:sldChg chg="modSp add mod">
        <pc:chgData name="Akshaya Kinthada" userId="1a4e6eb83f59d2b0" providerId="LiveId" clId="{53AB0B5C-4A2C-46A2-B148-FDAAD5EB12E2}" dt="2026-10-01T04:25:30.618" v="846" actId="1038"/>
        <pc:sldMkLst>
          <pc:docMk/>
          <pc:sldMk cId="3376261932" sldId="1776"/>
        </pc:sldMkLst>
        <pc:spChg chg="mod">
          <ac:chgData name="Akshaya Kinthada" userId="1a4e6eb83f59d2b0" providerId="LiveId" clId="{53AB0B5C-4A2C-46A2-B148-FDAAD5EB12E2}" dt="2026-10-01T04:25:23.760" v="843" actId="113"/>
          <ac:spMkLst>
            <pc:docMk/>
            <pc:sldMk cId="3376261932" sldId="1776"/>
            <ac:spMk id="11" creationId="{D199D5FC-0BCE-715D-83C1-7BBA6D4C0C85}"/>
          </ac:spMkLst>
        </pc:spChg>
        <pc:spChg chg="mod">
          <ac:chgData name="Akshaya Kinthada" userId="1a4e6eb83f59d2b0" providerId="LiveId" clId="{53AB0B5C-4A2C-46A2-B148-FDAAD5EB12E2}" dt="2026-10-01T04:25:30.618" v="846" actId="1038"/>
          <ac:spMkLst>
            <pc:docMk/>
            <pc:sldMk cId="3376261932" sldId="1776"/>
            <ac:spMk id="13" creationId="{B3767C47-C6EB-2D10-675B-3D7CFE1393CC}"/>
          </ac:spMkLst>
        </pc:spChg>
      </pc:sldChg>
      <pc:sldChg chg="addSp delSp modSp add mod">
        <pc:chgData name="Akshaya Kinthada" userId="1a4e6eb83f59d2b0" providerId="LiveId" clId="{53AB0B5C-4A2C-46A2-B148-FDAAD5EB12E2}" dt="2026-10-01T04:21:18.251" v="799" actId="255"/>
        <pc:sldMkLst>
          <pc:docMk/>
          <pc:sldMk cId="817310479" sldId="1777"/>
        </pc:sldMkLst>
        <pc:spChg chg="add mod">
          <ac:chgData name="Akshaya Kinthada" userId="1a4e6eb83f59d2b0" providerId="LiveId" clId="{53AB0B5C-4A2C-46A2-B148-FDAAD5EB12E2}" dt="2026-10-01T04:18:38.048" v="765" actId="1076"/>
          <ac:spMkLst>
            <pc:docMk/>
            <pc:sldMk cId="817310479" sldId="1777"/>
            <ac:spMk id="3" creationId="{0855463F-4D3B-A7B8-F0B2-2DCD890A827D}"/>
          </ac:spMkLst>
        </pc:spChg>
        <pc:spChg chg="mod">
          <ac:chgData name="Akshaya Kinthada" userId="1a4e6eb83f59d2b0" providerId="LiveId" clId="{53AB0B5C-4A2C-46A2-B148-FDAAD5EB12E2}" dt="2026-10-01T04:21:18.251" v="799" actId="255"/>
          <ac:spMkLst>
            <pc:docMk/>
            <pc:sldMk cId="817310479" sldId="1777"/>
            <ac:spMk id="6" creationId="{6159229B-8B58-3C06-A107-35FA55D6180D}"/>
          </ac:spMkLst>
        </pc:spChg>
        <pc:picChg chg="add del">
          <ac:chgData name="Akshaya Kinthada" userId="1a4e6eb83f59d2b0" providerId="LiveId" clId="{53AB0B5C-4A2C-46A2-B148-FDAAD5EB12E2}" dt="2026-10-01T04:18:19.180" v="753" actId="478"/>
          <ac:picMkLst>
            <pc:docMk/>
            <pc:sldMk cId="817310479" sldId="1777"/>
            <ac:picMk id="19" creationId="{C0A3B206-4A2B-FC92-AAF6-7E8B734611A9}"/>
          </ac:picMkLst>
        </pc:picChg>
        <pc:picChg chg="del">
          <ac:chgData name="Akshaya Kinthada" userId="1a4e6eb83f59d2b0" providerId="LiveId" clId="{53AB0B5C-4A2C-46A2-B148-FDAAD5EB12E2}" dt="2026-10-01T04:18:21.011" v="754" actId="478"/>
          <ac:picMkLst>
            <pc:docMk/>
            <pc:sldMk cId="817310479" sldId="1777"/>
            <ac:picMk id="21" creationId="{E0DED671-4297-E38D-ACF1-C8A553F82E49}"/>
          </ac:picMkLst>
        </pc:picChg>
        <pc:picChg chg="mod">
          <ac:chgData name="Akshaya Kinthada" userId="1a4e6eb83f59d2b0" providerId="LiveId" clId="{53AB0B5C-4A2C-46A2-B148-FDAAD5EB12E2}" dt="2026-10-01T04:18:39.797" v="766" actId="1076"/>
          <ac:picMkLst>
            <pc:docMk/>
            <pc:sldMk cId="817310479" sldId="1777"/>
            <ac:picMk id="25" creationId="{D70E4340-5290-E7BF-F5B2-4BCD7BB91214}"/>
          </ac:picMkLst>
        </pc:picChg>
      </pc:sldChg>
      <pc:sldChg chg="addSp delSp modSp add mod">
        <pc:chgData name="Akshaya Kinthada" userId="1a4e6eb83f59d2b0" providerId="LiveId" clId="{53AB0B5C-4A2C-46A2-B148-FDAAD5EB12E2}" dt="2026-10-01T04:23:40.315" v="841" actId="403"/>
        <pc:sldMkLst>
          <pc:docMk/>
          <pc:sldMk cId="3003456837" sldId="1778"/>
        </pc:sldMkLst>
        <pc:spChg chg="mod">
          <ac:chgData name="Akshaya Kinthada" userId="1a4e6eb83f59d2b0" providerId="LiveId" clId="{53AB0B5C-4A2C-46A2-B148-FDAAD5EB12E2}" dt="2026-10-01T04:23:21.114" v="838" actId="1076"/>
          <ac:spMkLst>
            <pc:docMk/>
            <pc:sldMk cId="3003456837" sldId="1778"/>
            <ac:spMk id="3" creationId="{A18AD022-DE98-9BDE-C31D-4EB877BD5DFC}"/>
          </ac:spMkLst>
        </pc:spChg>
        <pc:spChg chg="add del mod">
          <ac:chgData name="Akshaya Kinthada" userId="1a4e6eb83f59d2b0" providerId="LiveId" clId="{53AB0B5C-4A2C-46A2-B148-FDAAD5EB12E2}" dt="2026-10-01T04:21:50.524" v="807"/>
          <ac:spMkLst>
            <pc:docMk/>
            <pc:sldMk cId="3003456837" sldId="1778"/>
            <ac:spMk id="4" creationId="{2E02920D-C44D-CA8F-F507-5461BBAE3FA9}"/>
          </ac:spMkLst>
        </pc:spChg>
        <pc:spChg chg="add mod">
          <ac:chgData name="Akshaya Kinthada" userId="1a4e6eb83f59d2b0" providerId="LiveId" clId="{53AB0B5C-4A2C-46A2-B148-FDAAD5EB12E2}" dt="2026-10-01T04:23:32.630" v="840" actId="255"/>
          <ac:spMkLst>
            <pc:docMk/>
            <pc:sldMk cId="3003456837" sldId="1778"/>
            <ac:spMk id="13" creationId="{EF9C85FD-1060-C6A3-C64D-B8D4474896C5}"/>
          </ac:spMkLst>
        </pc:spChg>
        <pc:spChg chg="add mod">
          <ac:chgData name="Akshaya Kinthada" userId="1a4e6eb83f59d2b0" providerId="LiveId" clId="{53AB0B5C-4A2C-46A2-B148-FDAAD5EB12E2}" dt="2026-10-01T04:23:25.258" v="839" actId="403"/>
          <ac:spMkLst>
            <pc:docMk/>
            <pc:sldMk cId="3003456837" sldId="1778"/>
            <ac:spMk id="15" creationId="{5654AC8D-F91A-6473-750A-4C11A2FB1488}"/>
          </ac:spMkLst>
        </pc:spChg>
        <pc:spChg chg="add mod">
          <ac:chgData name="Akshaya Kinthada" userId="1a4e6eb83f59d2b0" providerId="LiveId" clId="{53AB0B5C-4A2C-46A2-B148-FDAAD5EB12E2}" dt="2026-10-01T04:23:40.315" v="841" actId="403"/>
          <ac:spMkLst>
            <pc:docMk/>
            <pc:sldMk cId="3003456837" sldId="1778"/>
            <ac:spMk id="18" creationId="{02604371-BA5D-A6D5-3D95-A30266FFC981}"/>
          </ac:spMkLst>
        </pc:spChg>
        <pc:picChg chg="del">
          <ac:chgData name="Akshaya Kinthada" userId="1a4e6eb83f59d2b0" providerId="LiveId" clId="{53AB0B5C-4A2C-46A2-B148-FDAAD5EB12E2}" dt="2026-10-01T04:21:35.928" v="801" actId="478"/>
          <ac:picMkLst>
            <pc:docMk/>
            <pc:sldMk cId="3003456837" sldId="1778"/>
            <ac:picMk id="6" creationId="{03A2D6B4-0A09-0975-81B6-EDE9DCECBB29}"/>
          </ac:picMkLst>
        </pc:picChg>
        <pc:picChg chg="del">
          <ac:chgData name="Akshaya Kinthada" userId="1a4e6eb83f59d2b0" providerId="LiveId" clId="{53AB0B5C-4A2C-46A2-B148-FDAAD5EB12E2}" dt="2026-10-01T04:21:37.813" v="802" actId="478"/>
          <ac:picMkLst>
            <pc:docMk/>
            <pc:sldMk cId="3003456837" sldId="1778"/>
            <ac:picMk id="14" creationId="{BE015D05-4819-3DCB-1269-57817664480B}"/>
          </ac:picMkLst>
        </pc:picChg>
        <pc:picChg chg="mod">
          <ac:chgData name="Akshaya Kinthada" userId="1a4e6eb83f59d2b0" providerId="LiveId" clId="{53AB0B5C-4A2C-46A2-B148-FDAAD5EB12E2}" dt="2026-10-01T04:22:55.252" v="833" actId="1076"/>
          <ac:picMkLst>
            <pc:docMk/>
            <pc:sldMk cId="3003456837" sldId="1778"/>
            <ac:picMk id="17" creationId="{88671951-3A7F-FB56-A86B-1B34A9B704CC}"/>
          </ac:picMkLst>
        </pc:picChg>
        <pc:picChg chg="mod">
          <ac:chgData name="Akshaya Kinthada" userId="1a4e6eb83f59d2b0" providerId="LiveId" clId="{53AB0B5C-4A2C-46A2-B148-FDAAD5EB12E2}" dt="2026-10-01T04:22:57.648" v="834" actId="1076"/>
          <ac:picMkLst>
            <pc:docMk/>
            <pc:sldMk cId="3003456837" sldId="1778"/>
            <ac:picMk id="21" creationId="{9882CEBD-BB40-42F6-27D6-7C6B898A1F08}"/>
          </ac:picMkLst>
        </pc:picChg>
      </pc:sldChg>
      <pc:sldChg chg="addSp delSp modSp add mod">
        <pc:chgData name="Akshaya Kinthada" userId="1a4e6eb83f59d2b0" providerId="LiveId" clId="{53AB0B5C-4A2C-46A2-B148-FDAAD5EB12E2}" dt="2026-10-01T04:34:22.493" v="898" actId="403"/>
        <pc:sldMkLst>
          <pc:docMk/>
          <pc:sldMk cId="1518123213" sldId="1779"/>
        </pc:sldMkLst>
        <pc:spChg chg="del mod">
          <ac:chgData name="Akshaya Kinthada" userId="1a4e6eb83f59d2b0" providerId="LiveId" clId="{53AB0B5C-4A2C-46A2-B148-FDAAD5EB12E2}" dt="2026-10-01T04:32:24.971" v="852"/>
          <ac:spMkLst>
            <pc:docMk/>
            <pc:sldMk cId="1518123213" sldId="1779"/>
            <ac:spMk id="3" creationId="{81CE781A-C795-9C69-85F1-A33361A9C149}"/>
          </ac:spMkLst>
        </pc:spChg>
        <pc:spChg chg="add mod">
          <ac:chgData name="Akshaya Kinthada" userId="1a4e6eb83f59d2b0" providerId="LiveId" clId="{53AB0B5C-4A2C-46A2-B148-FDAAD5EB12E2}" dt="2026-10-01T04:33:11.547" v="873" actId="1076"/>
          <ac:spMkLst>
            <pc:docMk/>
            <pc:sldMk cId="1518123213" sldId="1779"/>
            <ac:spMk id="4" creationId="{A949AC63-966B-9396-9B75-CE65D277B763}"/>
          </ac:spMkLst>
        </pc:spChg>
        <pc:spChg chg="mod">
          <ac:chgData name="Akshaya Kinthada" userId="1a4e6eb83f59d2b0" providerId="LiveId" clId="{53AB0B5C-4A2C-46A2-B148-FDAAD5EB12E2}" dt="2026-10-01T04:34:22.493" v="898" actId="403"/>
          <ac:spMkLst>
            <pc:docMk/>
            <pc:sldMk cId="1518123213" sldId="1779"/>
            <ac:spMk id="13" creationId="{44656077-3100-B899-FD47-86A78362BF48}"/>
          </ac:spMkLst>
        </pc:spChg>
        <pc:grpChg chg="mod">
          <ac:chgData name="Akshaya Kinthada" userId="1a4e6eb83f59d2b0" providerId="LiveId" clId="{53AB0B5C-4A2C-46A2-B148-FDAAD5EB12E2}" dt="2026-10-01T04:32:29.877" v="853" actId="1076"/>
          <ac:grpSpMkLst>
            <pc:docMk/>
            <pc:sldMk cId="1518123213" sldId="1779"/>
            <ac:grpSpMk id="7" creationId="{1219B4DC-B498-D2A0-F3E4-2BB75611FE9F}"/>
          </ac:grpSpMkLst>
        </pc:grpChg>
        <pc:picChg chg="del">
          <ac:chgData name="Akshaya Kinthada" userId="1a4e6eb83f59d2b0" providerId="LiveId" clId="{53AB0B5C-4A2C-46A2-B148-FDAAD5EB12E2}" dt="2026-10-01T04:32:24.955" v="850" actId="478"/>
          <ac:picMkLst>
            <pc:docMk/>
            <pc:sldMk cId="1518123213" sldId="1779"/>
            <ac:picMk id="6" creationId="{498D5335-58ED-25CC-24BA-66635FC80EFA}"/>
          </ac:picMkLst>
        </pc:picChg>
        <pc:picChg chg="mod">
          <ac:chgData name="Akshaya Kinthada" userId="1a4e6eb83f59d2b0" providerId="LiveId" clId="{53AB0B5C-4A2C-46A2-B148-FDAAD5EB12E2}" dt="2026-10-01T04:32:46.146" v="859" actId="1076"/>
          <ac:picMkLst>
            <pc:docMk/>
            <pc:sldMk cId="1518123213" sldId="1779"/>
            <ac:picMk id="20" creationId="{7359309A-EB7A-7A39-8CF2-2443E918C046}"/>
          </ac:picMkLst>
        </pc:picChg>
      </pc:sldChg>
      <pc:sldChg chg="addSp delSp modSp add mod">
        <pc:chgData name="Akshaya Kinthada" userId="1a4e6eb83f59d2b0" providerId="LiveId" clId="{53AB0B5C-4A2C-46A2-B148-FDAAD5EB12E2}" dt="2026-10-01T04:36:37.229" v="927" actId="403"/>
        <pc:sldMkLst>
          <pc:docMk/>
          <pc:sldMk cId="2227642683" sldId="1780"/>
        </pc:sldMkLst>
        <pc:spChg chg="del mod">
          <ac:chgData name="Akshaya Kinthada" userId="1a4e6eb83f59d2b0" providerId="LiveId" clId="{53AB0B5C-4A2C-46A2-B148-FDAAD5EB12E2}" dt="2026-10-01T04:35:12.859" v="913"/>
          <ac:spMkLst>
            <pc:docMk/>
            <pc:sldMk cId="2227642683" sldId="1780"/>
            <ac:spMk id="3" creationId="{F3F75E94-45B2-98A0-4C5A-AFF839A101DD}"/>
          </ac:spMkLst>
        </pc:spChg>
        <pc:spChg chg="mod">
          <ac:chgData name="Akshaya Kinthada" userId="1a4e6eb83f59d2b0" providerId="LiveId" clId="{53AB0B5C-4A2C-46A2-B148-FDAAD5EB12E2}" dt="2026-10-01T04:36:37.229" v="927" actId="403"/>
          <ac:spMkLst>
            <pc:docMk/>
            <pc:sldMk cId="2227642683" sldId="1780"/>
            <ac:spMk id="4" creationId="{CCF3A1F9-F31A-BAF4-5DA9-A95207CDB3E8}"/>
          </ac:spMkLst>
        </pc:spChg>
        <pc:spChg chg="add mod">
          <ac:chgData name="Akshaya Kinthada" userId="1a4e6eb83f59d2b0" providerId="LiveId" clId="{53AB0B5C-4A2C-46A2-B148-FDAAD5EB12E2}" dt="2026-10-01T04:36:23.301" v="926" actId="1076"/>
          <ac:spMkLst>
            <pc:docMk/>
            <pc:sldMk cId="2227642683" sldId="1780"/>
            <ac:spMk id="13" creationId="{BAD3F810-7281-2CB1-04AE-413D5E2258BD}"/>
          </ac:spMkLst>
        </pc:spChg>
        <pc:picChg chg="del">
          <ac:chgData name="Akshaya Kinthada" userId="1a4e6eb83f59d2b0" providerId="LiveId" clId="{53AB0B5C-4A2C-46A2-B148-FDAAD5EB12E2}" dt="2026-10-01T04:35:12.859" v="911" actId="478"/>
          <ac:picMkLst>
            <pc:docMk/>
            <pc:sldMk cId="2227642683" sldId="1780"/>
            <ac:picMk id="15" creationId="{7F3A3868-4C46-44C7-E4E5-0A512B25DDD4}"/>
          </ac:picMkLst>
        </pc:picChg>
        <pc:picChg chg="mod">
          <ac:chgData name="Akshaya Kinthada" userId="1a4e6eb83f59d2b0" providerId="LiveId" clId="{53AB0B5C-4A2C-46A2-B148-FDAAD5EB12E2}" dt="2026-10-01T04:35:59.909" v="922" actId="1076"/>
          <ac:picMkLst>
            <pc:docMk/>
            <pc:sldMk cId="2227642683" sldId="1780"/>
            <ac:picMk id="18" creationId="{BFC0A243-7847-4840-1F75-B0F7BD151BB3}"/>
          </ac:picMkLst>
        </pc:picChg>
      </pc:sldChg>
      <pc:sldChg chg="addSp delSp modSp add mod ord">
        <pc:chgData name="Akshaya Kinthada" userId="1a4e6eb83f59d2b0" providerId="LiveId" clId="{53AB0B5C-4A2C-46A2-B148-FDAAD5EB12E2}" dt="2026-10-01T04:38:20.558" v="964" actId="403"/>
        <pc:sldMkLst>
          <pc:docMk/>
          <pc:sldMk cId="3584945002" sldId="1781"/>
        </pc:sldMkLst>
        <pc:spChg chg="add mod">
          <ac:chgData name="Akshaya Kinthada" userId="1a4e6eb83f59d2b0" providerId="LiveId" clId="{53AB0B5C-4A2C-46A2-B148-FDAAD5EB12E2}" dt="2026-10-01T04:38:20.558" v="964" actId="403"/>
          <ac:spMkLst>
            <pc:docMk/>
            <pc:sldMk cId="3584945002" sldId="1781"/>
            <ac:spMk id="3" creationId="{EA174A08-67A3-A8B6-C8EF-EBCB4B3E6F41}"/>
          </ac:spMkLst>
        </pc:spChg>
        <pc:spChg chg="del mod">
          <ac:chgData name="Akshaya Kinthada" userId="1a4e6eb83f59d2b0" providerId="LiveId" clId="{53AB0B5C-4A2C-46A2-B148-FDAAD5EB12E2}" dt="2026-10-01T04:37:07.412" v="932"/>
          <ac:spMkLst>
            <pc:docMk/>
            <pc:sldMk cId="3584945002" sldId="1781"/>
            <ac:spMk id="4" creationId="{70C34BB6-A5BA-CE04-B966-6F12E51B905B}"/>
          </ac:spMkLst>
        </pc:spChg>
        <pc:spChg chg="mod">
          <ac:chgData name="Akshaya Kinthada" userId="1a4e6eb83f59d2b0" providerId="LiveId" clId="{53AB0B5C-4A2C-46A2-B148-FDAAD5EB12E2}" dt="2026-10-01T04:37:53.484" v="942" actId="403"/>
          <ac:spMkLst>
            <pc:docMk/>
            <pc:sldMk cId="3584945002" sldId="1781"/>
            <ac:spMk id="14" creationId="{2F2ACD4F-2791-60FC-095E-4ADD17A2C5B5}"/>
          </ac:spMkLst>
        </pc:spChg>
        <pc:picChg chg="mod">
          <ac:chgData name="Akshaya Kinthada" userId="1a4e6eb83f59d2b0" providerId="LiveId" clId="{53AB0B5C-4A2C-46A2-B148-FDAAD5EB12E2}" dt="2026-10-01T04:37:56.701" v="943" actId="1076"/>
          <ac:picMkLst>
            <pc:docMk/>
            <pc:sldMk cId="3584945002" sldId="1781"/>
            <ac:picMk id="6" creationId="{6C21268A-5CEE-C857-9070-7A23C75E2A4F}"/>
          </ac:picMkLst>
        </pc:picChg>
        <pc:picChg chg="del">
          <ac:chgData name="Akshaya Kinthada" userId="1a4e6eb83f59d2b0" providerId="LiveId" clId="{53AB0B5C-4A2C-46A2-B148-FDAAD5EB12E2}" dt="2026-10-01T04:37:07.412" v="930" actId="478"/>
          <ac:picMkLst>
            <pc:docMk/>
            <pc:sldMk cId="3584945002" sldId="1781"/>
            <ac:picMk id="18" creationId="{90102CEA-F6C3-1FA7-AC3D-3099FDBA1A17}"/>
          </ac:picMkLst>
        </pc:picChg>
      </pc:sldChg>
      <pc:sldChg chg="add del">
        <pc:chgData name="Akshaya Kinthada" userId="1a4e6eb83f59d2b0" providerId="LiveId" clId="{53AB0B5C-4A2C-46A2-B148-FDAAD5EB12E2}" dt="2026-10-01T04:38:03.183" v="945"/>
        <pc:sldMkLst>
          <pc:docMk/>
          <pc:sldMk cId="181829972" sldId="1782"/>
        </pc:sldMkLst>
      </pc:sldChg>
      <pc:sldChg chg="add del">
        <pc:chgData name="Akshaya Kinthada" userId="1a4e6eb83f59d2b0" providerId="LiveId" clId="{53AB0B5C-4A2C-46A2-B148-FDAAD5EB12E2}" dt="2026-10-01T04:37:26.157" v="937"/>
        <pc:sldMkLst>
          <pc:docMk/>
          <pc:sldMk cId="2507853385" sldId="1782"/>
        </pc:sldMkLst>
      </pc:sldChg>
      <pc:sldChg chg="addSp delSp modSp add mod">
        <pc:chgData name="Akshaya Kinthada" userId="1a4e6eb83f59d2b0" providerId="LiveId" clId="{53AB0B5C-4A2C-46A2-B148-FDAAD5EB12E2}" dt="2026-10-01T04:42:11.815" v="1022" actId="403"/>
        <pc:sldMkLst>
          <pc:docMk/>
          <pc:sldMk cId="3132966073" sldId="1782"/>
        </pc:sldMkLst>
        <pc:spChg chg="add mod">
          <ac:chgData name="Akshaya Kinthada" userId="1a4e6eb83f59d2b0" providerId="LiveId" clId="{53AB0B5C-4A2C-46A2-B148-FDAAD5EB12E2}" dt="2026-10-01T04:42:11.815" v="1022" actId="403"/>
          <ac:spMkLst>
            <pc:docMk/>
            <pc:sldMk cId="3132966073" sldId="1782"/>
            <ac:spMk id="3" creationId="{36195562-C134-E118-1D5C-8050FB85D29F}"/>
          </ac:spMkLst>
        </pc:spChg>
        <pc:spChg chg="mod">
          <ac:chgData name="Akshaya Kinthada" userId="1a4e6eb83f59d2b0" providerId="LiveId" clId="{53AB0B5C-4A2C-46A2-B148-FDAAD5EB12E2}" dt="2026-10-01T04:41:53.615" v="1009" actId="14100"/>
          <ac:spMkLst>
            <pc:docMk/>
            <pc:sldMk cId="3132966073" sldId="1782"/>
            <ac:spMk id="4" creationId="{E1294208-F7F9-3D5E-2F9D-180BD4030E35}"/>
          </ac:spMkLst>
        </pc:spChg>
        <pc:spChg chg="del mod">
          <ac:chgData name="Akshaya Kinthada" userId="1a4e6eb83f59d2b0" providerId="LiveId" clId="{53AB0B5C-4A2C-46A2-B148-FDAAD5EB12E2}" dt="2026-10-01T04:41:04.522" v="1005"/>
          <ac:spMkLst>
            <pc:docMk/>
            <pc:sldMk cId="3132966073" sldId="1782"/>
            <ac:spMk id="14" creationId="{5918A531-AFAD-A34B-ED6B-3829DFBA216D}"/>
          </ac:spMkLst>
        </pc:spChg>
        <pc:picChg chg="del">
          <ac:chgData name="Akshaya Kinthada" userId="1a4e6eb83f59d2b0" providerId="LiveId" clId="{53AB0B5C-4A2C-46A2-B148-FDAAD5EB12E2}" dt="2026-10-01T04:41:04.522" v="1003" actId="478"/>
          <ac:picMkLst>
            <pc:docMk/>
            <pc:sldMk cId="3132966073" sldId="1782"/>
            <ac:picMk id="15" creationId="{2E12CF6B-2CAD-BF54-A0CC-717173970FB4}"/>
          </ac:picMkLst>
        </pc:picChg>
        <pc:picChg chg="mod">
          <ac:chgData name="Akshaya Kinthada" userId="1a4e6eb83f59d2b0" providerId="LiveId" clId="{53AB0B5C-4A2C-46A2-B148-FDAAD5EB12E2}" dt="2026-10-01T04:41:59.922" v="1011" actId="1076"/>
          <ac:picMkLst>
            <pc:docMk/>
            <pc:sldMk cId="3132966073" sldId="1782"/>
            <ac:picMk id="18" creationId="{29BD6ED0-E12F-8009-BAB5-19E4BE9D89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6A45-C737-28C7-6DC7-8A9EA5D5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BE796-D348-6B35-50F9-A2C07909B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48E41-2DEF-9F6B-F37F-E02F6485F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8255-61E4-2F8D-FB42-7F1C4D6E5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50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BA80-AFA0-EB7F-71EA-B9D6DD2C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1D789-A27E-839F-CD22-D7949F956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817C9-40F7-B20D-50D5-FB28D74C2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2A3C5-812D-8072-2EB8-C03EDB543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59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72DA-23B0-94CD-CF05-E08D73D9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2BF5B-C89C-3A11-AA52-EE9814EAF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60373-34FF-61B5-160C-9B558E908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E1187-9562-8D38-0860-E4DC37387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57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74F2-F736-E2AB-2B68-2F93A644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B3045-9EE5-4A14-5B6B-610BFB1EC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B844D-1542-F657-FD72-FF8DD9C5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A6DFC-E0F1-A5DC-6422-8B24F47C4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84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F3A63-0C65-BA24-2046-29C53D3E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056B3-22A3-B062-AAE0-53DDA27DB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69631-49C9-8DF7-88EC-FDC15134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8297F-A0F1-C81D-D874-375104814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778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EE87D-99EE-2CC8-7092-E9E06C2C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C3755-79C5-8D6C-ED0B-B960F34F7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D9F2-9535-AB9C-C980-701E6B4FB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04161-BE5B-FF24-FEC9-4FAEF6F1D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594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C7BF-DC32-DFFF-F5FA-6677A788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50D79-976A-BE6D-B3E8-9F1659C77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FA3BC-1B76-A43A-7FB5-6E5F85384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676B0-0689-653C-94C6-D15223C68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81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3484-0BE9-0D47-9EDB-B6A1EAEB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7C448-5C63-82C2-43A5-90751F7EE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F0778-83BB-C3CD-FBB6-0B84163F2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5A77B-CE89-FC05-C36E-FF37DA696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59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3F9B-147A-056F-718E-73DAEF54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C62B-5DEB-987E-FEE7-8BE06E074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4166E-4E8B-4C39-7DE0-6D84092F8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71AD-D90A-D2C5-6AF2-7F77EE132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7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969F-3A08-5EC0-A54E-925D1AE0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E7F7E-E17C-89AB-D25C-9FE529F42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1D693-7BA9-2033-56E7-0D7BDDB3E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3A899-E95C-7C61-6D5E-4A37F3313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03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BCA-9DDC-6CA9-E35F-F67384E2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299A2-6E66-CDAC-B34A-EAE76AB2A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E1809-F37E-860F-BDEF-447439B32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E58FE-2184-8E4D-2712-0723E79A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76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8894-2E22-3452-C4F7-1F98BA61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F6AEA-B432-5860-B05B-ABC25A383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2C6CA-311A-32CB-C8E0-0801DEDAC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9B071-446E-FA27-C802-7980CB88D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98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5821D-1B2A-1D2F-2AF6-369CB643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B7610-F705-E839-7900-AA6CC0617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97C87-B7B4-6782-C17B-58F2D9DD2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331AA-35D7-C559-CBEF-E7E7AE9E7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49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9A5F-7614-24FA-8F65-340095A1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474F2-D5DB-88BD-1BBC-DA987288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BB963-535C-DB00-CC61-4EC3A2944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45966-53E1-CA22-BC2B-D6B5CD0A2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12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83AB-B1C1-2569-BC25-B424D4F3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81AB2-0035-4D55-ED9E-8835E5C5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600E0-AE0E-4D83-EFB4-C6C26F71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CD753-D020-2DAE-C058-0DA41C59E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89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86D1-EA7D-1286-B7BC-6238A801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D2115-48CF-8C6B-C407-C1A6D83E4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B45D2-3357-CD0E-6A3B-AA642DDA6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7F6E-3CF2-2A1A-FAE2-C2E622793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69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DD40-9A5A-45B1-3A44-C12B02CB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C6D3A-B91D-1AE9-5E1A-027DEEFA6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1684C-D68D-7602-EA03-39DD49776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5017B-B1BB-BC17-AB6C-24C246D09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95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0512-7763-EBE8-4795-54761B47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78AE7-EC96-9D4B-78F8-C6869BCE0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7717-DF58-1BF7-2CAA-4EA5432B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449B-21FB-6B26-91B3-8DD4160BB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1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6D9E-88DA-8FAD-6DD5-847D45AC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EA273-F8CE-14F6-F395-1590B3674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2E06F-F3AE-50B2-80F6-C482CD473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CDFFD-9373-861E-B78D-BF37B2A7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69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C4490-5E55-1152-2582-7DA74BA1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16640-0330-CBC5-F84D-785A3A6EF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FB58D-01E3-041B-ED23-F378D46FA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21D3C-F9C3-FEDA-040F-F674817EE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64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8132-FDCD-E45E-9082-713FF1C0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B1F76-15BB-42D4-0448-5911CB3E3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282AB-4E90-842F-24F9-EDB18FF62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B2A1-12D5-6AA4-A55D-8FB131222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17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D7CA-9247-E1B8-0330-3F03E95D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DC16D-294B-DFE2-7A52-46BBC5AA1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4AABF-4B16-74FF-9066-6A03A33BC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C3B1A-8F6F-DC44-0F45-2163CDB75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55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F9AB-D0B1-85BE-FF45-D97C8456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F2358-15CB-67CE-6FE0-DE0BA7565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416FB-76B2-42E5-80DE-7A8AF413A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3D5A9-B7F5-4826-7FF6-33C262E6B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672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9961-D6B4-7C82-729D-C96D1911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BC786-C89E-9F22-3BB8-F6A13721C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6B6EB-1B89-4A4C-F079-337373541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918F8-AB30-7C17-2F23-1EB9AC133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53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1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1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1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03092"/>
            <a:ext cx="5867400" cy="838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38200" y="990600"/>
            <a:ext cx="10515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32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RESTAURANT MANAGEMENT SYSTEM</a:t>
            </a:r>
            <a:endParaRPr lang="en-US" sz="14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u="sng" dirty="0">
                <a:sym typeface="+mn-ea"/>
              </a:rPr>
              <a:t>DBMS CORNERSTONE PROJECT</a:t>
            </a:r>
          </a:p>
          <a:p>
            <a:pPr algn="ctr"/>
            <a:endParaRPr lang="en-IN" sz="2800" b="1" u="sng" dirty="0"/>
          </a:p>
          <a:p>
            <a:pPr algn="ctr"/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IN" sz="2000" dirty="0">
                <a:sym typeface="+mn-ea"/>
              </a:rPr>
              <a:t>Team members:</a:t>
            </a:r>
            <a:endParaRPr lang="en-IN" sz="2000" dirty="0"/>
          </a:p>
          <a:p>
            <a:pPr algn="ctr"/>
            <a:r>
              <a:rPr lang="en-IN" sz="2000" dirty="0">
                <a:sym typeface="+mn-ea"/>
              </a:rPr>
              <a:t>Kinthada Akshaya </a:t>
            </a:r>
            <a:r>
              <a:rPr lang="en-IN" sz="2000" dirty="0" err="1">
                <a:sym typeface="+mn-ea"/>
              </a:rPr>
              <a:t>sri</a:t>
            </a:r>
            <a:r>
              <a:rPr lang="en-IN" sz="2000" dirty="0">
                <a:sym typeface="+mn-ea"/>
              </a:rPr>
              <a:t> </a:t>
            </a:r>
            <a:r>
              <a:rPr lang="en-IN" sz="2000" dirty="0" err="1">
                <a:sym typeface="+mn-ea"/>
              </a:rPr>
              <a:t>mahalakshmi</a:t>
            </a:r>
            <a:endParaRPr lang="en-IN" sz="2000" dirty="0"/>
          </a:p>
          <a:p>
            <a:pPr algn="ctr"/>
            <a:r>
              <a:rPr lang="en-IN" sz="2000" dirty="0">
                <a:sym typeface="+mn-ea"/>
              </a:rPr>
              <a:t>Matta Pravallika</a:t>
            </a:r>
          </a:p>
          <a:p>
            <a:pPr algn="ctr"/>
            <a:r>
              <a:rPr lang="en-IN" sz="2000" dirty="0" err="1">
                <a:sym typeface="+mn-ea"/>
              </a:rPr>
              <a:t>Pachadi</a:t>
            </a:r>
            <a:r>
              <a:rPr lang="en-IN" sz="2000" dirty="0">
                <a:sym typeface="+mn-ea"/>
              </a:rPr>
              <a:t> Jaya Sirisha</a:t>
            </a:r>
          </a:p>
          <a:p>
            <a:pPr algn="ctr"/>
            <a:r>
              <a:rPr lang="en-IN" sz="2000" dirty="0">
                <a:sym typeface="+mn-ea"/>
              </a:rPr>
              <a:t>Gali Prasanna puja </a:t>
            </a:r>
            <a:r>
              <a:rPr lang="en-IN" sz="2000" dirty="0" err="1">
                <a:sym typeface="+mn-ea"/>
              </a:rPr>
              <a:t>srry</a:t>
            </a:r>
            <a:endParaRPr lang="en-IN" sz="2000" dirty="0"/>
          </a:p>
          <a:p>
            <a:pPr algn="ctr"/>
            <a:endParaRPr lang="en-IN" sz="2000" dirty="0"/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Date of Presentation: 30-09-2026</a:t>
            </a:r>
            <a:endParaRPr lang="en-US" sz="2000" b="1" dirty="0">
              <a:solidFill>
                <a:srgbClr val="00206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95400"/>
            <a:ext cx="8153400" cy="5130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u="sng" dirty="0">
                <a:sym typeface="+mn-ea"/>
              </a:rPr>
              <a:t>PROJECT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STATEMENT</a:t>
            </a:r>
            <a:r>
              <a:rPr lang="en-US" sz="2400" dirty="0">
                <a:sym typeface="+mn-ea"/>
              </a:rPr>
              <a:t>: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ym typeface="+mn-ea"/>
              </a:rPr>
              <a:t>                  </a:t>
            </a:r>
            <a:r>
              <a:rPr lang="en-IN" sz="2400" dirty="0">
                <a:sym typeface="+mn-ea"/>
              </a:rPr>
              <a:t>Many restaurants still use manual methods to manage orders, customer details, billing, and employee records.</a:t>
            </a: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u="sng" dirty="0">
                <a:sym typeface="+mn-ea"/>
              </a:rPr>
              <a:t>Problems</a:t>
            </a:r>
            <a:r>
              <a:rPr lang="en-IN" sz="2400" dirty="0">
                <a:sym typeface="+mn-ea"/>
              </a:rPr>
              <a:t>: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Time-consuming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Billing errors</a:t>
            </a:r>
            <a:endParaRPr lang="en-U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Data Redundancy</a:t>
            </a:r>
            <a:endParaRPr lang="en-U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Difficulty maintaining records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Slow service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u="sng" dirty="0">
                <a:sym typeface="+mn-ea"/>
              </a:rPr>
              <a:t>NEED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FOR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THE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PROJECT</a:t>
            </a:r>
            <a:r>
              <a:rPr lang="en-US" sz="2400" dirty="0">
                <a:sym typeface="+mn-ea"/>
              </a:rPr>
              <a:t>: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sym typeface="+mn-ea"/>
              </a:rPr>
              <a:t>Our system stores all restaurant data in a database, making operations faster, more accurate, and secure.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400" dirty="0"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76599" y="199801"/>
            <a:ext cx="6055482" cy="1261107"/>
            <a:chOff x="13004829" y="1407596"/>
            <a:chExt cx="6141489" cy="1909355"/>
          </a:xfrm>
        </p:grpSpPr>
        <p:grpSp>
          <p:nvGrpSpPr>
            <p:cNvPr id="6" name="Group 5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3185154" y="1773658"/>
              <a:ext cx="5635331" cy="6970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defRPr/>
              </a:pPr>
              <a:r>
                <a:rPr lang="en-US" sz="2400" b="1" u="sng" dirty="0">
                  <a:sym typeface="+mn-ea"/>
                </a:rPr>
                <a:t>PROJECT STATEMENT &amp; NEED</a:t>
              </a:r>
              <a:r>
                <a:rPr lang="en-US" sz="2400" b="1" dirty="0">
                  <a:sym typeface="+mn-ea"/>
                </a:rPr>
                <a:t>:</a:t>
              </a: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  <p:pic>
        <p:nvPicPr>
          <p:cNvPr id="7" name="Picture 6" descr="slid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514600"/>
            <a:ext cx="4389120" cy="315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928035" y="67944"/>
            <a:ext cx="5200015" cy="1294765"/>
            <a:chOff x="13004829" y="1407596"/>
            <a:chExt cx="6837793" cy="200163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24262" y="932992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866038" y="1555829"/>
              <a:ext cx="4976584" cy="1853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IN" sz="2400" b="1" u="sng" dirty="0">
                  <a:solidFill>
                    <a:schemeClr val="bg1"/>
                  </a:solidFill>
                  <a:sym typeface="+mn-ea"/>
                </a:rPr>
                <a:t>OBJECTIVES</a:t>
              </a:r>
              <a:r>
                <a:rPr lang="en-IN" sz="2400" b="1" dirty="0">
                  <a:solidFill>
                    <a:schemeClr val="bg1"/>
                  </a:solidFill>
                  <a:sym typeface="+mn-ea"/>
                </a:rPr>
                <a:t>:</a:t>
              </a:r>
              <a:endParaRPr lang="en-IN" sz="2400" b="1" dirty="0"/>
            </a:p>
            <a:p>
              <a:pPr algn="l"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75945" y="1752600"/>
            <a:ext cx="780605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IN" sz="2800" b="1" u="sng" dirty="0">
                <a:sym typeface="+mn-ea"/>
              </a:rPr>
              <a:t>OBJECTIVES</a:t>
            </a:r>
            <a:r>
              <a:rPr lang="en-IN" sz="2800" b="1" dirty="0">
                <a:sym typeface="+mn-ea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Store customer information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Manage menu items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Process customer orders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Generate bills automatically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Store payment details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Manage employee records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Reduce paperwork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Improve efficiency</a:t>
            </a:r>
            <a:endParaRPr 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lid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990600"/>
            <a:ext cx="4076700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38600" y="234475"/>
            <a:ext cx="5200015" cy="1294765"/>
            <a:chOff x="13004829" y="1407596"/>
            <a:chExt cx="6837793" cy="200163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735452" y="1555829"/>
              <a:ext cx="6107170" cy="1853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2400" b="1" u="sng" dirty="0">
                  <a:solidFill>
                    <a:schemeClr val="bg1"/>
                  </a:solidFill>
                  <a:sym typeface="+mn-ea"/>
                </a:rPr>
                <a:t>Requirements &amp; End Users</a:t>
              </a:r>
              <a:endParaRPr lang="en-IN" sz="2400" b="1" u="sng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sz="2400" b="1" u="sng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90600" y="1219200"/>
            <a:ext cx="10058400" cy="544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Functional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Requirements</a:t>
            </a:r>
            <a:r>
              <a:rPr lang="en-IN" sz="2000" b="1" dirty="0">
                <a:sym typeface="+mn-ea"/>
              </a:rPr>
              <a:t>:      </a:t>
            </a:r>
            <a:endParaRPr lang="en-IN" sz="20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Add/Edit Customer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Manage Menu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Place Orders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Generate Bills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Process Payments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Store Employee Details</a:t>
            </a:r>
            <a:endParaRPr lang="en-IN" sz="2000" dirty="0"/>
          </a:p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Non-Functional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Requirements</a:t>
            </a:r>
            <a:endParaRPr lang="en-IN" sz="2000" b="1" u="sng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Security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Fast Performance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Easy to Use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Reliable Database</a:t>
            </a:r>
            <a:endParaRPr lang="en-IN" sz="2000" dirty="0"/>
          </a:p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End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Users</a:t>
            </a:r>
            <a:endParaRPr lang="en-IN" sz="2000" b="1" u="sng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Restaurant Manager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Cashier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Waiter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Administrator</a:t>
            </a:r>
            <a:endParaRPr lang="en-IN" sz="2000" dirty="0"/>
          </a:p>
          <a:p>
            <a:pPr algn="just">
              <a:tabLst>
                <a:tab pos="7351395" algn="l"/>
              </a:tabLst>
            </a:pPr>
            <a:endParaRPr lang="en-IN" alt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lid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47800"/>
            <a:ext cx="6729095" cy="4711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49170" y="234475"/>
            <a:ext cx="8831580" cy="1235076"/>
            <a:chOff x="10651807" y="1407596"/>
            <a:chExt cx="11613141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0651807" y="1407596"/>
              <a:ext cx="11613141" cy="1909355"/>
              <a:chOff x="3380715" y="719582"/>
              <a:chExt cx="6535789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3380715" y="884044"/>
                <a:ext cx="6535789" cy="48895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IN" altLang="en-US" sz="2800" dirty="0"/>
                  <a:t>  </a:t>
                </a:r>
                <a:r>
                  <a:rPr lang="en-IN" altLang="en-US" sz="2800" b="1" dirty="0"/>
                  <a:t> </a:t>
                </a:r>
                <a:r>
                  <a:rPr lang="en-US" altLang="en-US" sz="2800" b="1" dirty="0"/>
                  <a:t>Restaurant Management System – ER Model Explanation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230974" y="1506484"/>
              <a:ext cx="5635331" cy="9973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09600" y="1481583"/>
            <a:ext cx="5486400" cy="3837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tabLst>
                <a:tab pos="7351395" algn="l"/>
              </a:tabLst>
            </a:pPr>
            <a:r>
              <a:rPr lang="en-US" altLang="en-US" sz="2800" b="1" dirty="0">
                <a:cs typeface="Times New Roman" panose="02020603050405020304" pitchFamily="18" charset="0"/>
              </a:rPr>
              <a:t>1. CUSTOMER</a:t>
            </a:r>
            <a:r>
              <a:rPr lang="en-IN" altLang="en-US" sz="2800" b="1" dirty="0"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pitchFamily="2" charset="2"/>
              <a:buNone/>
              <a:tabLst>
                <a:tab pos="7351395" algn="l"/>
              </a:tabLst>
            </a:pPr>
            <a:r>
              <a:rPr lang="en-IN" altLang="en-US" sz="2000" dirty="0">
                <a:cs typeface="Times New Roman" panose="02020603050405020304" pitchFamily="18" charset="0"/>
              </a:rPr>
              <a:t>   </a:t>
            </a:r>
          </a:p>
          <a:p>
            <a:pPr indent="0" algn="just">
              <a:buFont typeface="Wingdings" panose="05000000000000000000" pitchFamily="2" charset="2"/>
              <a:buNone/>
              <a:tabLst>
                <a:tab pos="7351395" algn="l"/>
              </a:tabLst>
            </a:pPr>
            <a:r>
              <a:rPr lang="en-IN" altLang="en-US" sz="2000" dirty="0">
                <a:cs typeface="Times New Roman" panose="02020603050405020304" pitchFamily="18" charset="0"/>
              </a:rPr>
              <a:t>    </a:t>
            </a:r>
            <a:r>
              <a:rPr lang="en-US" altLang="en-US" sz="2400" dirty="0">
                <a:cs typeface="Times New Roman" panose="02020603050405020304" pitchFamily="18" charset="0"/>
              </a:rPr>
              <a:t>Customer represents the people who visit the restaurant and place orders.</a:t>
            </a:r>
          </a:p>
          <a:p>
            <a:pPr marL="342900" indent="-342900" algn="just">
              <a:buFont typeface="Wingdings" panose="05000000000000000000" pitchFamily="2" charset="2"/>
              <a:buChar char="v"/>
              <a:tabLst>
                <a:tab pos="7351395" algn="l"/>
              </a:tabLst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u="sng" dirty="0">
                <a:cs typeface="Times New Roman" panose="02020603050405020304" pitchFamily="18" charset="0"/>
              </a:rPr>
              <a:t>Customer_ID (PK)</a:t>
            </a:r>
            <a:r>
              <a:rPr lang="en-US" altLang="en-US" sz="2400" dirty="0">
                <a:cs typeface="Times New Roman" panose="02020603050405020304" pitchFamily="18" charset="0"/>
              </a:rPr>
              <a:t>: Uniquely identifies each customer.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Customer_Name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name of the customer.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Phone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customer's contact number.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Email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customer's email address.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A156D-4EC0-A483-AF2E-7A37D52D3B72}"/>
              </a:ext>
            </a:extLst>
          </p:cNvPr>
          <p:cNvSpPr txBox="1"/>
          <p:nvPr/>
        </p:nvSpPr>
        <p:spPr>
          <a:xfrm>
            <a:off x="7086600" y="1658146"/>
            <a:ext cx="325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1. CUSTOMER → ORDER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50A97-EDCE-DF30-DC00-60F4CFBBD6F1}"/>
              </a:ext>
            </a:extLst>
          </p:cNvPr>
          <p:cNvSpPr txBox="1"/>
          <p:nvPr/>
        </p:nvSpPr>
        <p:spPr>
          <a:xfrm>
            <a:off x="7315200" y="2147851"/>
            <a:ext cx="459547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places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customer can place many orders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3BEA57-2F4F-DE6B-41B6-06C46B5596A1}"/>
              </a:ext>
            </a:extLst>
          </p:cNvPr>
          <p:cNvSpPr txBox="1"/>
          <p:nvPr/>
        </p:nvSpPr>
        <p:spPr>
          <a:xfrm>
            <a:off x="6584749" y="3489158"/>
            <a:ext cx="5442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CUSTOMER  ───── places ─────&lt;  ORDER</a:t>
            </a:r>
          </a:p>
          <a:p>
            <a:r>
              <a:rPr lang="en-US" sz="2400" b="1" dirty="0"/>
              <a:t>   1                                                         MANY</a:t>
            </a:r>
            <a:endParaRPr lang="en-I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3CA0C-3FCA-DA95-EDB8-2A650BE46405}"/>
              </a:ext>
            </a:extLst>
          </p:cNvPr>
          <p:cNvSpPr txBox="1"/>
          <p:nvPr/>
        </p:nvSpPr>
        <p:spPr>
          <a:xfrm>
            <a:off x="7110662" y="4383765"/>
            <a:ext cx="45954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: ORDER = 1 :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066800"/>
            <a:ext cx="5638800" cy="408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tabLst>
                <a:tab pos="7351395" algn="l"/>
              </a:tabLst>
            </a:pPr>
            <a:r>
              <a:rPr lang="en-US" altLang="en-US" sz="2800" b="1" dirty="0">
                <a:cs typeface="Times New Roman" panose="02020603050405020304" pitchFamily="18" charset="0"/>
              </a:rPr>
              <a:t>2. EMPLOYEE</a:t>
            </a:r>
            <a:r>
              <a:rPr lang="en-IN" altLang="en-US" sz="2800" b="1" dirty="0"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algn="just">
              <a:tabLst>
                <a:tab pos="7351395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>
              <a:tabLst>
                <a:tab pos="7351395" algn="l"/>
              </a:tabLst>
            </a:pPr>
            <a:r>
              <a:rPr lang="en-US" altLang="en-US" sz="2400" dirty="0">
                <a:cs typeface="Times New Roman" panose="02020603050405020304" pitchFamily="18" charset="0"/>
              </a:rPr>
              <a:t>Employee represents the restaurant staff who handle customer orders.</a:t>
            </a:r>
          </a:p>
          <a:p>
            <a:pPr algn="just">
              <a:tabLst>
                <a:tab pos="7351395" algn="l"/>
              </a:tabLst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u="sng" dirty="0">
                <a:cs typeface="Times New Roman" panose="02020603050405020304" pitchFamily="18" charset="0"/>
              </a:rPr>
              <a:t>Emp_ID (PK)</a:t>
            </a:r>
            <a:r>
              <a:rPr lang="en-US" altLang="en-US" sz="2400" dirty="0">
                <a:cs typeface="Times New Roman" panose="02020603050405020304" pitchFamily="18" charset="0"/>
              </a:rPr>
              <a:t>: Uniquely identifies each employee.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Emp_Name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name of the employee.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Role</a:t>
            </a:r>
            <a:r>
              <a:rPr lang="en-US" altLang="en-US" sz="2400" dirty="0">
                <a:cs typeface="Times New Roman" panose="02020603050405020304" pitchFamily="18" charset="0"/>
              </a:rPr>
              <a:t>: Specifies the employee's job role, such as waiter or manager.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Phone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employee's contact number.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Salary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employee's salary details.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B84D3-5448-74E0-10CE-09549438375D}"/>
              </a:ext>
            </a:extLst>
          </p:cNvPr>
          <p:cNvSpPr txBox="1"/>
          <p:nvPr/>
        </p:nvSpPr>
        <p:spPr>
          <a:xfrm>
            <a:off x="6553199" y="1305796"/>
            <a:ext cx="466986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2. EMPLOYEE → ORDER</a:t>
            </a:r>
          </a:p>
          <a:p>
            <a:r>
              <a:rPr lang="en-IN" sz="20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Employee handles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employee can handle many orders.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5A7B1-ADED-C492-57EA-18C776462571}"/>
              </a:ext>
            </a:extLst>
          </p:cNvPr>
          <p:cNvSpPr txBox="1"/>
          <p:nvPr/>
        </p:nvSpPr>
        <p:spPr>
          <a:xfrm>
            <a:off x="6400800" y="2967789"/>
            <a:ext cx="563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EMPLOYEE  ───── handles ─────&lt;  ORDER</a:t>
            </a:r>
          </a:p>
          <a:p>
            <a:r>
              <a:rPr lang="en-US" sz="2400" b="1" dirty="0"/>
              <a:t>    1                                                         MANY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A8E89-3371-26D3-19DC-4DBDCE0EF8E0}"/>
              </a:ext>
            </a:extLst>
          </p:cNvPr>
          <p:cNvSpPr txBox="1"/>
          <p:nvPr/>
        </p:nvSpPr>
        <p:spPr>
          <a:xfrm>
            <a:off x="6553199" y="4338904"/>
            <a:ext cx="563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EMPLOYEE : ORDER = 1 :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867400" cy="3841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3200" b="1" dirty="0"/>
              <a:t>3.ORDER</a:t>
            </a:r>
            <a:r>
              <a:rPr lang="en-IN" altLang="en-US" sz="3200" b="1" dirty="0"/>
              <a:t>:</a:t>
            </a:r>
            <a:endParaRPr lang="en-US" altLang="en-US" sz="3200" b="1" dirty="0"/>
          </a:p>
          <a:p>
            <a:pPr algn="just"/>
            <a:endParaRPr lang="en-US" altLang="en-US" sz="2000" dirty="0"/>
          </a:p>
          <a:p>
            <a:pPr algn="just"/>
            <a:r>
              <a:rPr lang="en-US" altLang="en-US" sz="2400" dirty="0"/>
              <a:t>Order represents a customer's request for food items from the restaurant.</a:t>
            </a:r>
          </a:p>
          <a:p>
            <a:pPr algn="just"/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u="sng" dirty="0"/>
              <a:t>Order_ID (PK</a:t>
            </a:r>
            <a:r>
              <a:rPr lang="en-US" altLang="en-US" sz="2400" u="sng" dirty="0"/>
              <a:t>)</a:t>
            </a:r>
            <a:r>
              <a:rPr lang="en-US" altLang="en-US" sz="2400" dirty="0"/>
              <a:t>: Uniquely identifies each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Order_Date</a:t>
            </a:r>
            <a:r>
              <a:rPr lang="en-US" altLang="en-US" sz="2400" dirty="0"/>
              <a:t>: Stores the date on which the order was placed.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Total_Amount</a:t>
            </a:r>
            <a:r>
              <a:rPr lang="en-US" altLang="en-US" sz="2400" dirty="0"/>
              <a:t>: Stores the total cost of the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Table_No</a:t>
            </a:r>
            <a:r>
              <a:rPr lang="en-US" altLang="en-US" sz="2400" dirty="0"/>
              <a:t>: Identifies the restaurant table associated with the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Customer_ID (FK)</a:t>
            </a:r>
            <a:r>
              <a:rPr lang="en-US" altLang="en-US" sz="2400" dirty="0"/>
              <a:t>: Connects the order to the customer who placed 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729E5-9372-CD61-3D1F-26E735070550}"/>
              </a:ext>
            </a:extLst>
          </p:cNvPr>
          <p:cNvSpPr txBox="1"/>
          <p:nvPr/>
        </p:nvSpPr>
        <p:spPr>
          <a:xfrm>
            <a:off x="6972208" y="1143000"/>
            <a:ext cx="4754571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3. ORDER → ORDER_ITEM</a:t>
            </a:r>
          </a:p>
          <a:p>
            <a:r>
              <a:rPr lang="en-IN" sz="2400" b="1" dirty="0"/>
              <a:t>Relationship: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Order contains Order Items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One order can contain many order items.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8999F-4BB5-5BE8-5248-C1D1AFC0DBDF}"/>
              </a:ext>
            </a:extLst>
          </p:cNvPr>
          <p:cNvSpPr txBox="1"/>
          <p:nvPr/>
        </p:nvSpPr>
        <p:spPr>
          <a:xfrm>
            <a:off x="6781800" y="2957814"/>
            <a:ext cx="567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ORDER  </a:t>
            </a:r>
            <a:r>
              <a:rPr lang="en-US" sz="2400" b="1" dirty="0"/>
              <a:t>───── contains </a:t>
            </a:r>
            <a:r>
              <a:rPr lang="en-US" sz="2000" b="1" dirty="0"/>
              <a:t>─────&lt;  ORDER_ITEM</a:t>
            </a:r>
          </a:p>
          <a:p>
            <a:r>
              <a:rPr lang="en-US" sz="2000" b="1" dirty="0"/>
              <a:t>  1                                                             MANY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0B7DA-DF45-53FF-0202-11B6BE0935C2}"/>
              </a:ext>
            </a:extLst>
          </p:cNvPr>
          <p:cNvSpPr txBox="1"/>
          <p:nvPr/>
        </p:nvSpPr>
        <p:spPr>
          <a:xfrm>
            <a:off x="7154779" y="4203032"/>
            <a:ext cx="32544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: ORDER_ITEM = 1 : 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85800" y="951547"/>
            <a:ext cx="5410200" cy="4954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/>
              <a:t>4. </a:t>
            </a:r>
            <a:r>
              <a:rPr lang="en-US" altLang="en-US" sz="2800" b="1" dirty="0"/>
              <a:t>PAYMENT</a:t>
            </a:r>
            <a:r>
              <a:rPr lang="en-IN" altLang="en-US" sz="3200" b="1" dirty="0"/>
              <a:t>:</a:t>
            </a:r>
            <a:endParaRPr lang="en-IN" altLang="en-US" sz="3200" dirty="0"/>
          </a:p>
          <a:p>
            <a:r>
              <a:rPr lang="en-US" altLang="en-US" sz="2400" dirty="0"/>
              <a:t>Payment represents the payment made for a customer's order.</a:t>
            </a:r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u="sng" dirty="0" err="1"/>
              <a:t>Payment_ID</a:t>
            </a:r>
            <a:r>
              <a:rPr lang="en-US" altLang="en-US" sz="2400" b="1" u="sng" dirty="0"/>
              <a:t> (PK)</a:t>
            </a:r>
            <a:r>
              <a:rPr lang="en-US" altLang="en-US" sz="2400" dirty="0"/>
              <a:t>: Uniquely identifies each payment.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Payment_Date</a:t>
            </a:r>
            <a:r>
              <a:rPr lang="en-US" altLang="en-US" sz="2400" dirty="0"/>
              <a:t>: Stores the date on which the payment was made.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Amount</a:t>
            </a:r>
            <a:r>
              <a:rPr lang="en-US" altLang="en-US" sz="2400" dirty="0"/>
              <a:t>: Stores the amount paid for the order.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Payment_Mode</a:t>
            </a:r>
            <a:r>
              <a:rPr lang="en-US" altLang="en-US" sz="2400" dirty="0"/>
              <a:t>: Specifies the payment method, such as cash, card, or UPI.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Order_ID</a:t>
            </a:r>
            <a:r>
              <a:rPr lang="en-US" altLang="en-US" sz="2400" b="1" dirty="0"/>
              <a:t> (FK)</a:t>
            </a:r>
            <a:r>
              <a:rPr lang="en-US" altLang="en-US" sz="2400" dirty="0"/>
              <a:t>: Connects the payment to the corresponding order.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EF4A8-99B6-97FA-0DDA-FEFE02CCF115}"/>
              </a:ext>
            </a:extLst>
          </p:cNvPr>
          <p:cNvSpPr txBox="1"/>
          <p:nvPr/>
        </p:nvSpPr>
        <p:spPr>
          <a:xfrm>
            <a:off x="6320217" y="951547"/>
            <a:ext cx="5851730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ORDER → PAYMENT</a:t>
            </a:r>
          </a:p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Order has Payment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According to your PPT, one order has one payment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615D0-62BD-5FCE-B8B3-89F011780A46}"/>
              </a:ext>
            </a:extLst>
          </p:cNvPr>
          <p:cNvSpPr txBox="1"/>
          <p:nvPr/>
        </p:nvSpPr>
        <p:spPr>
          <a:xfrm>
            <a:off x="6625389" y="2903621"/>
            <a:ext cx="5185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  ───── has ─────  PAYMENT</a:t>
            </a:r>
          </a:p>
          <a:p>
            <a:r>
              <a:rPr lang="en-US" sz="2400" b="1" dirty="0"/>
              <a:t>  1                                                   1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3BE6-21E6-AF9F-FDDD-DADA302DEB97}"/>
              </a:ext>
            </a:extLst>
          </p:cNvPr>
          <p:cNvSpPr txBox="1"/>
          <p:nvPr/>
        </p:nvSpPr>
        <p:spPr>
          <a:xfrm>
            <a:off x="6689558" y="4299284"/>
            <a:ext cx="279191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r>
              <a:rPr lang="en-IN" sz="2000" dirty="0"/>
              <a:t>ORDER : PAYMENT = 1 : 1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600200" y="1143000"/>
            <a:ext cx="9785985" cy="4527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/>
              <a:t>5. ORDER_ITEM</a:t>
            </a:r>
            <a:r>
              <a:rPr lang="en-IN" altLang="en-US" sz="3200" b="1" dirty="0"/>
              <a:t>:</a:t>
            </a:r>
            <a:endParaRPr lang="en-US" altLang="en-US" sz="3200" dirty="0"/>
          </a:p>
          <a:p>
            <a:endParaRPr lang="en-US" altLang="en-US" dirty="0"/>
          </a:p>
          <a:p>
            <a:r>
              <a:rPr lang="en-US" altLang="en-US" sz="2800" dirty="0" err="1"/>
              <a:t>Order_Item</a:t>
            </a:r>
            <a:r>
              <a:rPr lang="en-US" altLang="en-US" sz="2800" dirty="0"/>
              <a:t> represents the individual food items included in a particular order.</a:t>
            </a:r>
          </a:p>
          <a:p>
            <a:endParaRPr lang="en-US" alt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u="sng" dirty="0" err="1"/>
              <a:t>OrderItem_ID</a:t>
            </a:r>
            <a:r>
              <a:rPr lang="en-US" altLang="en-US" sz="2800" b="1" u="sng" dirty="0"/>
              <a:t> (PK)</a:t>
            </a:r>
            <a:r>
              <a:rPr lang="en-US" altLang="en-US" sz="2800" b="1" dirty="0"/>
              <a:t>:</a:t>
            </a:r>
            <a:r>
              <a:rPr lang="en-US" altLang="en-US" sz="2800" dirty="0"/>
              <a:t> Uniquely identifies each order item.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/>
              <a:t>Quantity:</a:t>
            </a:r>
            <a:r>
              <a:rPr lang="en-US" altLang="en-US" sz="2800" dirty="0"/>
              <a:t> Stores the number of units of the menu item ordered.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 err="1"/>
              <a:t>Order_ID</a:t>
            </a:r>
            <a:r>
              <a:rPr lang="en-US" altLang="en-US" sz="2800" b="1" dirty="0"/>
              <a:t> (FK)</a:t>
            </a:r>
            <a:r>
              <a:rPr lang="en-US" altLang="en-US" sz="2800" dirty="0"/>
              <a:t>: Connects the order item to its corresponding order.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 err="1"/>
              <a:t>Menu_ID</a:t>
            </a:r>
            <a:r>
              <a:rPr lang="en-US" altLang="en-US" sz="2800" b="1" dirty="0"/>
              <a:t> (FK)</a:t>
            </a:r>
            <a:r>
              <a:rPr lang="en-US" altLang="en-US" sz="2800" dirty="0"/>
              <a:t>: Connects the order item to the selected menu item.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0211" y="1447800"/>
            <a:ext cx="568578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3200" b="1" dirty="0"/>
              <a:t>6. MENU</a:t>
            </a:r>
            <a:r>
              <a:rPr lang="en-IN" altLang="en-US" sz="3200" b="1" dirty="0"/>
              <a:t>:</a:t>
            </a:r>
            <a:endParaRPr lang="en-US" altLang="en-US" sz="2000" b="1" dirty="0"/>
          </a:p>
          <a:p>
            <a:pPr algn="just"/>
            <a:endParaRPr lang="en-US" altLang="en-US" sz="2000" dirty="0"/>
          </a:p>
          <a:p>
            <a:pPr algn="just"/>
            <a:r>
              <a:rPr lang="en-US" altLang="en-US" sz="2400" dirty="0"/>
              <a:t>Menu represents the food and beverages available in the restaurant.</a:t>
            </a:r>
          </a:p>
          <a:p>
            <a:pPr algn="just"/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u="sng" dirty="0"/>
              <a:t>Menu_ID (PK)</a:t>
            </a:r>
            <a:r>
              <a:rPr lang="en-US" altLang="en-US" sz="2400" b="1" dirty="0"/>
              <a:t>:</a:t>
            </a:r>
            <a:r>
              <a:rPr lang="en-US" altLang="en-US" sz="2400" dirty="0"/>
              <a:t> Uniquely identifies each menu item.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Item_Name:</a:t>
            </a:r>
            <a:r>
              <a:rPr lang="en-US" altLang="en-US" sz="2400" dirty="0"/>
              <a:t> Stores the name of the food or beverage.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Category:</a:t>
            </a:r>
            <a:r>
              <a:rPr lang="en-US" altLang="en-US" sz="2400" dirty="0"/>
              <a:t> Specifies the type of item, such as starter, main course, or dessert.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Price:</a:t>
            </a:r>
            <a:r>
              <a:rPr lang="en-US" altLang="en-US" sz="2400" dirty="0"/>
              <a:t> Stores the price of the menu item.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E5C2F-BBC7-3B4D-C42D-7AFB7E5459D8}"/>
              </a:ext>
            </a:extLst>
          </p:cNvPr>
          <p:cNvSpPr txBox="1"/>
          <p:nvPr/>
        </p:nvSpPr>
        <p:spPr>
          <a:xfrm>
            <a:off x="6400800" y="1447800"/>
            <a:ext cx="5580502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 MENU → ORDER_ITEM</a:t>
            </a:r>
          </a:p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Menu Item is included in Order Item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menu item can appear in many order items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2666B-0711-121E-1FF8-87D996D48160}"/>
              </a:ext>
            </a:extLst>
          </p:cNvPr>
          <p:cNvSpPr txBox="1"/>
          <p:nvPr/>
        </p:nvSpPr>
        <p:spPr>
          <a:xfrm>
            <a:off x="6416842" y="3171349"/>
            <a:ext cx="52196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MENU  ───── included in ─────&lt;  ORDER_ITEM</a:t>
            </a:r>
          </a:p>
          <a:p>
            <a:r>
              <a:rPr lang="en-US" sz="2000" b="1" dirty="0"/>
              <a:t>  1                                                          MANY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E2939-A442-FE31-9602-572C5A09B9BA}"/>
              </a:ext>
            </a:extLst>
          </p:cNvPr>
          <p:cNvSpPr txBox="1"/>
          <p:nvPr/>
        </p:nvSpPr>
        <p:spPr>
          <a:xfrm>
            <a:off x="6769768" y="4219074"/>
            <a:ext cx="2959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r>
              <a:rPr lang="en-IN" b="1" dirty="0"/>
              <a:t>MENU : ORDER_ITEM = 1 : M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5800" y="990823"/>
            <a:ext cx="1059180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7.Primary key and Foreign key:</a:t>
            </a:r>
          </a:p>
          <a:p>
            <a:pPr algn="just"/>
            <a:endParaRPr lang="en-IN" sz="3200" dirty="0"/>
          </a:p>
          <a:p>
            <a:pPr algn="just"/>
            <a:r>
              <a:rPr lang="en-IN" sz="2000" dirty="0"/>
              <a:t> </a:t>
            </a:r>
            <a:r>
              <a:rPr lang="en-US" altLang="en-US" sz="2400" b="1" u="sng" dirty="0"/>
              <a:t>Primary Keys (PK)</a:t>
            </a:r>
            <a:r>
              <a:rPr lang="en-IN" altLang="en-US" sz="2400" b="1" dirty="0"/>
              <a:t>:-</a:t>
            </a:r>
            <a:endParaRPr lang="en-US" altLang="en-US" sz="2000" dirty="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Customer_ID</a:t>
            </a:r>
            <a:r>
              <a:rPr lang="en-US" altLang="en-US" sz="2000" dirty="0"/>
              <a:t> → Uniquely identifies a customer.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Emp_ID</a:t>
            </a:r>
            <a:r>
              <a:rPr lang="en-US" altLang="en-US" sz="2000" dirty="0"/>
              <a:t> → Uniquely identifies an employee.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Order_ID</a:t>
            </a:r>
            <a:r>
              <a:rPr lang="en-US" altLang="en-US" sz="2000" dirty="0"/>
              <a:t> → Uniquely identifies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Payment_ID</a:t>
            </a:r>
            <a:r>
              <a:rPr lang="en-US" altLang="en-US" sz="2000" dirty="0"/>
              <a:t> → Uniquely identifies a payment.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OrderItem_ID</a:t>
            </a:r>
            <a:r>
              <a:rPr lang="en-US" altLang="en-US" sz="2000" dirty="0"/>
              <a:t> → Uniquely identifies an order item.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Menu_ID</a:t>
            </a:r>
            <a:r>
              <a:rPr lang="en-US" altLang="en-US" sz="2000" dirty="0"/>
              <a:t> → Uniquely identifies a menu item.</a:t>
            </a:r>
          </a:p>
          <a:p>
            <a:pPr indent="0" algn="just">
              <a:buFont typeface="Wingdings" panose="05000000000000000000" charset="0"/>
              <a:buNone/>
            </a:pPr>
            <a:endParaRPr lang="en-US" altLang="en-US" sz="2000" dirty="0"/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2400" b="1" dirty="0"/>
              <a:t>Foreign Keys (FK)</a:t>
            </a:r>
            <a:r>
              <a:rPr lang="en-IN" altLang="en-US" sz="2400" b="1" dirty="0"/>
              <a:t>:-</a:t>
            </a:r>
            <a:endParaRPr lang="en-US" altLang="en-US" sz="2400" b="1" dirty="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Customer_ID in ORDER → Links an order to a customer.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Order_ID in PAYMENT → Links a payment to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Order_ID in ORDER_ITEM → Links an order item to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Menu_ID in ORDER_ITEM → Links an order item to a menu item.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9653" y="1444866"/>
            <a:ext cx="1097280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3200" b="1" dirty="0"/>
              <a:t>8. Overall Working of the ER Model</a:t>
            </a:r>
            <a:r>
              <a:rPr lang="en-IN" altLang="en-US" sz="3200" b="1" dirty="0"/>
              <a:t>:</a:t>
            </a:r>
          </a:p>
          <a:p>
            <a:pPr algn="just"/>
            <a:endParaRPr lang="en-IN" altLang="en-US" sz="3200" dirty="0"/>
          </a:p>
          <a:p>
            <a:pPr algn="just">
              <a:lnSpc>
                <a:spcPct val="150000"/>
              </a:lnSpc>
            </a:pPr>
            <a:r>
              <a:rPr lang="en-IN" altLang="en-US" sz="3200" dirty="0"/>
              <a:t>             </a:t>
            </a:r>
            <a:r>
              <a:rPr lang="en-IN" altLang="en-US" sz="2800" dirty="0"/>
              <a:t> </a:t>
            </a:r>
            <a:r>
              <a:rPr lang="en-US" altLang="en-US" sz="2400" dirty="0"/>
              <a:t>The Restaurant Management System starts with a Customer placing an Order. Each order is handled by an Employee and can contain multiple Order Items. Each order item refers to a particular Menu item. After the order is completed, the customer makes a Payment for the order. The relationships and primary/foreign keys maintain proper connections between all entities and help manage restaurant operations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1" y="187499"/>
            <a:ext cx="6278245" cy="1273409"/>
            <a:chOff x="13004829" y="1407596"/>
            <a:chExt cx="6367416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187892" y="1546606"/>
              <a:ext cx="5184353" cy="77217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cap="all" dirty="0">
                  <a:solidFill>
                    <a:schemeClr val="bg1"/>
                  </a:solidFill>
                  <a:latin typeface="+mj-lt"/>
                  <a:ea typeface="+mj-ea"/>
                  <a:cs typeface="+mj-cs"/>
                  <a:sym typeface="+mn-ea"/>
                </a:rPr>
                <a:t>Entities &amp; Attributes</a:t>
              </a:r>
              <a:endParaRPr lang="en-US" sz="2800" b="1" u="sng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482330" y="1853184"/>
            <a:ext cx="4371340" cy="3667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1000"/>
              </a:spcBef>
              <a:buSzPct val="80000"/>
            </a:pPr>
            <a:r>
              <a:rPr lang="en-US" sz="2400" b="1" u="sng" dirty="0">
                <a:sym typeface="+mn-ea"/>
              </a:rPr>
              <a:t>Primary Keys</a:t>
            </a:r>
            <a:endParaRPr lang="en-US" sz="2400" b="1" u="sng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Customer_ID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Order_ID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Menu_ID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Employee_ID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Payment_ID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OrderItem_ID</a:t>
            </a:r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1335397"/>
              </p:ext>
            </p:extLst>
          </p:nvPr>
        </p:nvGraphicFramePr>
        <p:xfrm>
          <a:off x="1524000" y="1853184"/>
          <a:ext cx="6563360" cy="3802097"/>
        </p:xfrm>
        <a:graphic>
          <a:graphicData uri="http://schemas.openxmlformats.org/drawingml/2006/table">
            <a:tbl>
              <a:tblPr firstRow="1" bandRow="1"/>
              <a:tblGrid>
                <a:gridCol w="243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 u="sng" dirty="0"/>
                        <a:t>Entity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 u="sng" dirty="0"/>
                        <a:t>Attributes                                               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Customer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Customer_ID</a:t>
                      </a:r>
                      <a:r>
                        <a:rPr lang="en-IN" sz="2000" dirty="0"/>
                        <a:t>, Name, Phone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Order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Order_ID</a:t>
                      </a:r>
                      <a:r>
                        <a:rPr lang="en-IN" sz="2000" dirty="0"/>
                        <a:t>, Date, </a:t>
                      </a:r>
                      <a:r>
                        <a:rPr lang="en-IN" sz="2000" dirty="0" err="1"/>
                        <a:t>Total_Amount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Menu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Menu_ID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/>
                        <a:t>Item_Name</a:t>
                      </a:r>
                      <a:r>
                        <a:rPr lang="en-IN" sz="2000" dirty="0"/>
                        <a:t>, Price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Employee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err="1"/>
                        <a:t>Employee_ID</a:t>
                      </a:r>
                      <a:r>
                        <a:rPr lang="en-IN" sz="2000"/>
                        <a:t>, Name, Role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88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/>
                        <a:t>Payment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Payment_ID</a:t>
                      </a:r>
                      <a:r>
                        <a:rPr lang="en-IN" sz="2000" dirty="0"/>
                        <a:t>, Amount, Mode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6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Order_Item</a:t>
                      </a:r>
                      <a:endParaRPr lang="en-IN" sz="2000" dirty="0"/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OrderItem_ID</a:t>
                      </a:r>
                      <a:r>
                        <a:rPr lang="en-IN" sz="2000" dirty="0"/>
                        <a:t>, Quantity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2000" dirty="0"/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2" y="187499"/>
            <a:ext cx="6866890" cy="1457960"/>
            <a:chOff x="13004829" y="1407596"/>
            <a:chExt cx="6964421" cy="218607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198" y="884464"/>
                <a:ext cx="3094952" cy="547279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059732" y="1518994"/>
              <a:ext cx="5909518" cy="20746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2800" b="1" u="sng" dirty="0">
                  <a:solidFill>
                    <a:schemeClr val="bg1"/>
                  </a:solidFill>
                  <a:sym typeface="+mn-ea"/>
                </a:rPr>
                <a:t>Relationships &amp; Cardinality</a:t>
              </a:r>
              <a:endParaRPr lang="en-US" sz="2800" b="1" u="sng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sz="2800" b="1" u="sng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753909"/>
              </p:ext>
            </p:extLst>
          </p:nvPr>
        </p:nvGraphicFramePr>
        <p:xfrm>
          <a:off x="1447800" y="1833526"/>
          <a:ext cx="10527665" cy="3193769"/>
        </p:xfrm>
        <a:graphic>
          <a:graphicData uri="http://schemas.openxmlformats.org/drawingml/2006/table">
            <a:tbl>
              <a:tblPr/>
              <a:tblGrid>
                <a:gridCol w="5269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Cardinality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→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→ </a:t>
                      </a:r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Menu → </a:t>
                      </a:r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→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→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380059" y="156935"/>
            <a:ext cx="7258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RESTAURANT MANAGEMENT SYSTEM - 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03287-CC2A-0008-1405-FBFFCABD5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95" y="658901"/>
            <a:ext cx="6025569" cy="590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F216-54B9-0F7C-6BA1-008EF50F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65BAFC6-5698-805C-A707-2160B7B196E5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838E3656-4EC8-F8E2-B553-75421C5FB1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1D2EA-85FC-67F7-F076-26D8048E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43E7F75C-A66F-59B4-3A0E-6AF8C4DD7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098F3-CB96-DC3D-E3A2-BE5D4B0C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5CC52A-EAEE-DB4A-46C6-C8E89DBD86EA}"/>
              </a:ext>
            </a:extLst>
          </p:cNvPr>
          <p:cNvGrpSpPr/>
          <p:nvPr/>
        </p:nvGrpSpPr>
        <p:grpSpPr>
          <a:xfrm>
            <a:off x="3409950" y="489293"/>
            <a:ext cx="6278245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0F89B42-E844-4A3A-50BF-5EE5B56A0F0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E25D0E52-D717-DAD9-ECAC-39FB6102DA6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0A051C65-7097-7C2A-EC1B-4D1B6A34C60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0B676D-B63D-EAF3-AEB5-FDF4A7E626B9}"/>
                </a:ext>
              </a:extLst>
            </p:cNvPr>
            <p:cNvSpPr/>
            <p:nvPr/>
          </p:nvSpPr>
          <p:spPr>
            <a:xfrm>
              <a:off x="13468522" y="1546606"/>
              <a:ext cx="5903723" cy="77217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Database implementation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DAE3D98-F17A-F73C-C91F-7DAFA5E6ABE8}"/>
              </a:ext>
            </a:extLst>
          </p:cNvPr>
          <p:cNvSpPr txBox="1"/>
          <p:nvPr/>
        </p:nvSpPr>
        <p:spPr>
          <a:xfrm>
            <a:off x="2021305" y="1876926"/>
            <a:ext cx="334303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MANAGER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WAITER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RESTAURANT_ORDERS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ORDER_ITEM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28132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1C3D-65D2-EE4B-2AD4-F00D585E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1DD670C-6652-D274-C854-5B6BAF84AFE2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52753D89-0CA1-B30D-836B-FAABEC202E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CC76A-DB7A-0378-2B34-2E4EFC90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5D479272-2570-BD03-6E0E-0903A5D6A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45DAE-6827-01A3-CDEF-ACDFA7BA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E0ACB2-39B9-0055-6B93-AD36EFAFBC58}"/>
              </a:ext>
            </a:extLst>
          </p:cNvPr>
          <p:cNvGrpSpPr/>
          <p:nvPr/>
        </p:nvGrpSpPr>
        <p:grpSpPr>
          <a:xfrm>
            <a:off x="3409950" y="489293"/>
            <a:ext cx="6278245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D6BB6D6-2B7B-2E00-1DC6-485CAD1D290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5AC995C3-2A05-2154-8910-1D9F98170E3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6842166D-BD18-92A3-4C3D-DC7C378E654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96D426-8BB4-2202-42ED-94FDD1C0A8BF}"/>
                </a:ext>
              </a:extLst>
            </p:cNvPr>
            <p:cNvSpPr/>
            <p:nvPr/>
          </p:nvSpPr>
          <p:spPr>
            <a:xfrm>
              <a:off x="14028820" y="1578862"/>
              <a:ext cx="5343425" cy="68422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Other tables created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42B111-78B3-CD97-622C-1B5780CA52B9}"/>
              </a:ext>
            </a:extLst>
          </p:cNvPr>
          <p:cNvSpPr txBox="1"/>
          <p:nvPr/>
        </p:nvSpPr>
        <p:spPr>
          <a:xfrm>
            <a:off x="609601" y="1481843"/>
            <a:ext cx="393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Database Tables Created: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EB9B9C-3A97-6E7D-64AC-0EB6A10FA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674801"/>
              </p:ext>
            </p:extLst>
          </p:nvPr>
        </p:nvGraphicFramePr>
        <p:xfrm>
          <a:off x="2044700" y="1957647"/>
          <a:ext cx="8115300" cy="43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53605308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704953006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296795643"/>
                    </a:ext>
                  </a:extLst>
                </a:gridCol>
              </a:tblGrid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Important 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70104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Supervisor_id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960298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994869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Waiter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419804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68785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__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727112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Menu_id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__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280000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 err="1"/>
                        <a:t>Restaurant_Orders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Customer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275411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Payment_id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Orders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457090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Order_item_id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menu_id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62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258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D79D-7533-EABE-0806-4A04553E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833B846-4437-DC16-8815-EF75F7D82303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603B573C-32DF-1C20-DE76-EC85CF148D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9FB22-4CAA-56EA-C873-1D162C22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C3AE04E1-575B-9E8F-2F21-517D31D1A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0C05A5C-8AC8-F8EC-6552-E87F495BD7AE}"/>
              </a:ext>
            </a:extLst>
          </p:cNvPr>
          <p:cNvGrpSpPr/>
          <p:nvPr/>
        </p:nvGrpSpPr>
        <p:grpSpPr>
          <a:xfrm>
            <a:off x="3409950" y="489293"/>
            <a:ext cx="6278244" cy="1273409"/>
            <a:chOff x="13004829" y="1407596"/>
            <a:chExt cx="6367415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8133E5-BB42-632B-ECBF-46F59D76D6F5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CD806DA5-7947-4B70-0160-CDDA93EEBF4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943B16D0-6319-05EF-6C1A-52616A9BF11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F3EE2D-E517-5C75-F8EC-C054CF0A0DFD}"/>
                </a:ext>
              </a:extLst>
            </p:cNvPr>
            <p:cNvSpPr/>
            <p:nvPr/>
          </p:nvSpPr>
          <p:spPr>
            <a:xfrm>
              <a:off x="14415230" y="1528631"/>
              <a:ext cx="4957014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Table Creation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6382F0-FA5E-C7C3-D0F7-9822A569CDE3}"/>
              </a:ext>
            </a:extLst>
          </p:cNvPr>
          <p:cNvSpPr txBox="1"/>
          <p:nvPr/>
        </p:nvSpPr>
        <p:spPr>
          <a:xfrm>
            <a:off x="1866900" y="1607325"/>
            <a:ext cx="56006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CREATE TABLE employee (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employee_id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NUMBER PRIMARY KEY,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emp_name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VARCHAR2(100) NOT NULL,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role VARCHAR2(20) NOT NULL,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phone VARCHAR2(15) UNIQUE,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salary NUMBER(10,2),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supervisor_id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NUMBER,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CONSTRAINT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fk_employee_supervisor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FOREIGN KEY 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supervisor_id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REFERENCES employee(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employee_id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);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A6ED5-0624-CB13-63D0-BCC82B59D05F}"/>
              </a:ext>
            </a:extLst>
          </p:cNvPr>
          <p:cNvSpPr txBox="1"/>
          <p:nvPr/>
        </p:nvSpPr>
        <p:spPr>
          <a:xfrm>
            <a:off x="1066801" y="1190991"/>
            <a:ext cx="215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EMPLOYEE: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063863-76A5-50D2-1FAD-3F9C261CC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012" y="1652656"/>
            <a:ext cx="4732388" cy="46121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4CDB1D-72B6-B7CF-FA63-1CE7B61D9D2D}"/>
              </a:ext>
            </a:extLst>
          </p:cNvPr>
          <p:cNvSpPr txBox="1"/>
          <p:nvPr/>
        </p:nvSpPr>
        <p:spPr>
          <a:xfrm>
            <a:off x="914400" y="5438308"/>
            <a:ext cx="627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INTO employee</a:t>
            </a:r>
          </a:p>
          <a:p>
            <a:r>
              <a:rPr lang="en-US" dirty="0"/>
              <a:t>(</a:t>
            </a:r>
            <a:r>
              <a:rPr lang="en-US" dirty="0" err="1"/>
              <a:t>employee_id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role, phone, salary, </a:t>
            </a:r>
            <a:r>
              <a:rPr lang="en-US" dirty="0" err="1"/>
              <a:t>supervisor_id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'Amit', 'Manager', '9000000001', 60000, NULL);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2B7D7C-E657-D189-3FA2-8788C36E8B93}"/>
              </a:ext>
            </a:extLst>
          </p:cNvPr>
          <p:cNvSpPr txBox="1"/>
          <p:nvPr/>
        </p:nvSpPr>
        <p:spPr>
          <a:xfrm>
            <a:off x="627004" y="5085200"/>
            <a:ext cx="1160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99290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38DC-5656-A8E2-6F97-236AC4E7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A42889A-6E76-06B2-58BE-289E82559C8A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2D006CAF-0B21-7A6B-DA19-966985245C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CBE67-8F44-1784-3C7D-B3B89BC3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887D1C65-395B-4F92-0FC7-FCEEA8D3C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D9CD471-8EEB-4056-5916-9E7DA355C3C6}"/>
              </a:ext>
            </a:extLst>
          </p:cNvPr>
          <p:cNvGrpSpPr/>
          <p:nvPr/>
        </p:nvGrpSpPr>
        <p:grpSpPr>
          <a:xfrm>
            <a:off x="2971800" y="28074"/>
            <a:ext cx="7226880" cy="1273409"/>
            <a:chOff x="12717790" y="1407596"/>
            <a:chExt cx="6654455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EE2B02-815B-AC97-7B3F-5A82DA3FB69B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3CCC1284-B22A-7DDE-9391-DA327376819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24B36DA4-EABE-7742-2DAC-40FA66758A8E}"/>
                  </a:ext>
                </a:extLst>
              </p:cNvPr>
              <p:cNvSpPr/>
              <p:nvPr/>
            </p:nvSpPr>
            <p:spPr>
              <a:xfrm>
                <a:off x="4770490" y="884464"/>
                <a:ext cx="3156661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FE2881-2C07-2A80-86F2-9FEEBE12850A}"/>
                </a:ext>
              </a:extLst>
            </p:cNvPr>
            <p:cNvSpPr/>
            <p:nvPr/>
          </p:nvSpPr>
          <p:spPr>
            <a:xfrm>
              <a:off x="12717790" y="1578862"/>
              <a:ext cx="6654455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Customer table creation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0CF65C-E81B-4008-264C-E777CA9359AB}"/>
              </a:ext>
            </a:extLst>
          </p:cNvPr>
          <p:cNvSpPr txBox="1"/>
          <p:nvPr/>
        </p:nvSpPr>
        <p:spPr>
          <a:xfrm>
            <a:off x="336042" y="902756"/>
            <a:ext cx="3932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Customer: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325B4-CB6A-1540-94C0-A300FEE2C9A8}"/>
              </a:ext>
            </a:extLst>
          </p:cNvPr>
          <p:cNvSpPr txBox="1"/>
          <p:nvPr/>
        </p:nvSpPr>
        <p:spPr>
          <a:xfrm>
            <a:off x="335880" y="1364616"/>
            <a:ext cx="60198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CREATE TABLE customers (    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customer_id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NUMBER NOT NULL,    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order_id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NUMBER NOT NULL,    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customer_name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VARCHAR2(100) NOT NULL,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phone VARCHAR2(15),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pin VARCHAR2(10),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city VARCHAR2(50),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state VARCHAR2(50),    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order_date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DATE,    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total_amount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NUMBER(10,2),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CONSTRAINT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pk_customer_order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     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PRIMARY KEY 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customer_id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order_id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));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76701D-FFE9-8BEC-B936-7F85A63AD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09" y="1905569"/>
            <a:ext cx="5327891" cy="35046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DDE8A9-EA70-64DE-F6F0-E6EAD9FE2291}"/>
              </a:ext>
            </a:extLst>
          </p:cNvPr>
          <p:cNvSpPr txBox="1"/>
          <p:nvPr/>
        </p:nvSpPr>
        <p:spPr>
          <a:xfrm>
            <a:off x="410715" y="5332687"/>
            <a:ext cx="58701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customer</a:t>
            </a:r>
          </a:p>
          <a:p>
            <a:r>
              <a:rPr lang="en-US" dirty="0"/>
              <a:t>(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customer_name</a:t>
            </a:r>
            <a:r>
              <a:rPr lang="en-US" dirty="0"/>
              <a:t>, phone, state, city, pin)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'John', '9100000001', 'Maharashtra', 'Mumbai', '400001');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C0E7D3-E82D-B829-5DD8-CAE800A50A62}"/>
              </a:ext>
            </a:extLst>
          </p:cNvPr>
          <p:cNvSpPr txBox="1"/>
          <p:nvPr/>
        </p:nvSpPr>
        <p:spPr>
          <a:xfrm>
            <a:off x="51134" y="491076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731726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2078-5311-FD9B-BBBB-00C4CF65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7ED3681-E83A-385E-0A9E-D60CE50B1D37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B382CE9-B40E-2EB7-398E-66A520AA6A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B773B-B124-469E-4289-54111DB7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EBA73326-240A-0D66-A71F-77F56BBF0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66A167F-0E77-2CAF-BEA2-B5AD132A39D7}"/>
              </a:ext>
            </a:extLst>
          </p:cNvPr>
          <p:cNvGrpSpPr/>
          <p:nvPr/>
        </p:nvGrpSpPr>
        <p:grpSpPr>
          <a:xfrm>
            <a:off x="2971800" y="28074"/>
            <a:ext cx="7226880" cy="1273409"/>
            <a:chOff x="12717790" y="1407596"/>
            <a:chExt cx="6654455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ACE524-0EEA-F4E7-E18F-8DD10CE71D6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5AB6DCAC-B073-3271-6498-D93C2A6DFA9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45B3C705-6814-0D8C-1174-1B72E6654A1D}"/>
                  </a:ext>
                </a:extLst>
              </p:cNvPr>
              <p:cNvSpPr/>
              <p:nvPr/>
            </p:nvSpPr>
            <p:spPr>
              <a:xfrm>
                <a:off x="4770490" y="884464"/>
                <a:ext cx="3156661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01ED96-76EC-9972-1982-3B62A226A167}"/>
                </a:ext>
              </a:extLst>
            </p:cNvPr>
            <p:cNvSpPr/>
            <p:nvPr/>
          </p:nvSpPr>
          <p:spPr>
            <a:xfrm>
              <a:off x="12717790" y="1578862"/>
              <a:ext cx="6654455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Customer table creation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00DAE71-C6B0-2732-E2E2-A3498AF36596}"/>
              </a:ext>
            </a:extLst>
          </p:cNvPr>
          <p:cNvSpPr txBox="1"/>
          <p:nvPr/>
        </p:nvSpPr>
        <p:spPr>
          <a:xfrm>
            <a:off x="1095375" y="1828800"/>
            <a:ext cx="5927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CREATE TABLE menu (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menu_id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INTEGER PRIMARY KEY,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item_name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VARCHAR2(100) NOT NULL,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category VARCHAR2(50),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price NUMBER(10,2)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);</a:t>
            </a:r>
            <a:endParaRPr lang="en-IN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B4441-E28D-BA5B-2B41-19E7C94694D1}"/>
              </a:ext>
            </a:extLst>
          </p:cNvPr>
          <p:cNvSpPr txBox="1"/>
          <p:nvPr/>
        </p:nvSpPr>
        <p:spPr>
          <a:xfrm>
            <a:off x="813092" y="1190911"/>
            <a:ext cx="154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Menu: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80F4D0-7B68-1143-8C8F-D65A2D99C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597587"/>
            <a:ext cx="4201356" cy="40308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55A91-824F-9E7B-7EFA-58AA0E711498}"/>
              </a:ext>
            </a:extLst>
          </p:cNvPr>
          <p:cNvSpPr txBox="1"/>
          <p:nvPr/>
        </p:nvSpPr>
        <p:spPr>
          <a:xfrm>
            <a:off x="721895" y="4844716"/>
            <a:ext cx="42307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INSERT INTO menu</a:t>
            </a:r>
          </a:p>
          <a:p>
            <a:r>
              <a:rPr lang="en-IN" sz="2000" dirty="0"/>
              <a:t>(</a:t>
            </a:r>
            <a:r>
              <a:rPr lang="en-IN" sz="2000" dirty="0" err="1"/>
              <a:t>menu_id</a:t>
            </a:r>
            <a:r>
              <a:rPr lang="en-IN" sz="2000" dirty="0"/>
              <a:t>, </a:t>
            </a:r>
            <a:r>
              <a:rPr lang="en-IN" sz="2000" dirty="0" err="1"/>
              <a:t>item_name</a:t>
            </a:r>
            <a:r>
              <a:rPr lang="en-IN" sz="2000" dirty="0"/>
              <a:t>, category, price)</a:t>
            </a:r>
          </a:p>
          <a:p>
            <a:r>
              <a:rPr lang="en-IN" sz="2000" dirty="0"/>
              <a:t>VALUES</a:t>
            </a:r>
          </a:p>
          <a:p>
            <a:r>
              <a:rPr lang="en-IN" sz="2000" dirty="0"/>
              <a:t>(1, 'Margherita Pizza', 'Pizza', 350);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5667B-B34B-806F-A676-3DF5F2D9BC86}"/>
              </a:ext>
            </a:extLst>
          </p:cNvPr>
          <p:cNvSpPr txBox="1"/>
          <p:nvPr/>
        </p:nvSpPr>
        <p:spPr>
          <a:xfrm>
            <a:off x="434048" y="440283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893080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ADD1-C0B2-784C-4D2F-3F9DB58D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1535857-1325-83A6-F674-8EDDD5E55D0F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AC1A6CD9-963A-B7AC-E455-1BFB1EF853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8659E-7619-AA04-247F-0C4FA843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21</a:t>
            </a:fld>
            <a:endParaRPr lang="en-US" dirty="0"/>
          </a:p>
        </p:txBody>
      </p:sp>
      <p:pic>
        <p:nvPicPr>
          <p:cNvPr id="20" name="Picture 2" descr="C:\Users\My\Desktop\Capture 1.PNG">
            <a:extLst>
              <a:ext uri="{FF2B5EF4-FFF2-40B4-BE49-F238E27FC236}">
                <a16:creationId xmlns:a16="http://schemas.microsoft.com/office/drawing/2014/main" id="{32EBA10D-9E5F-7C9D-2138-CAB392A8B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pic>
        <p:nvPicPr>
          <p:cNvPr id="22" name="Picture 2" descr="C:\Users\My\Desktop\Capture 1.PNG">
            <a:extLst>
              <a:ext uri="{FF2B5EF4-FFF2-40B4-BE49-F238E27FC236}">
                <a16:creationId xmlns:a16="http://schemas.microsoft.com/office/drawing/2014/main" id="{89D99BE6-E168-F668-2553-04A0A9856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417226"/>
            <a:ext cx="1543050" cy="600075"/>
          </a:xfrm>
          <a:prstGeom prst="rect">
            <a:avLst/>
          </a:prstGeom>
          <a:noFill/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90D45E2-05E7-D041-807F-22915038F925}"/>
              </a:ext>
            </a:extLst>
          </p:cNvPr>
          <p:cNvGrpSpPr/>
          <p:nvPr/>
        </p:nvGrpSpPr>
        <p:grpSpPr>
          <a:xfrm>
            <a:off x="3562350" y="489293"/>
            <a:ext cx="6038850" cy="1273409"/>
            <a:chOff x="12517184" y="1407596"/>
            <a:chExt cx="7327127" cy="190935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5F92689-DFEF-931D-8F8C-80BAF72603E3}"/>
                </a:ext>
              </a:extLst>
            </p:cNvPr>
            <p:cNvGrpSpPr/>
            <p:nvPr/>
          </p:nvGrpSpPr>
          <p:grpSpPr>
            <a:xfrm>
              <a:off x="12517184" y="1407596"/>
              <a:ext cx="7327127" cy="1909355"/>
              <a:chOff x="4430535" y="719582"/>
              <a:chExt cx="4123652" cy="1077033"/>
            </a:xfrm>
          </p:grpSpPr>
          <p:pic>
            <p:nvPicPr>
              <p:cNvPr id="28" name="object 3">
                <a:extLst>
                  <a:ext uri="{FF2B5EF4-FFF2-40B4-BE49-F238E27FC236}">
                    <a16:creationId xmlns:a16="http://schemas.microsoft.com/office/drawing/2014/main" id="{C9A0D9D6-AF7F-FA9B-BF94-561D1F0E240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9" name="object 4">
                <a:extLst>
                  <a:ext uri="{FF2B5EF4-FFF2-40B4-BE49-F238E27FC236}">
                    <a16:creationId xmlns:a16="http://schemas.microsoft.com/office/drawing/2014/main" id="{D6A622D2-7B09-0F1B-0160-88C0EA845F7F}"/>
                  </a:ext>
                </a:extLst>
              </p:cNvPr>
              <p:cNvSpPr/>
              <p:nvPr/>
            </p:nvSpPr>
            <p:spPr>
              <a:xfrm>
                <a:off x="4430535" y="834504"/>
                <a:ext cx="4123652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BF4F47-A975-41AF-9EC0-74FA37D5C7D7}"/>
                </a:ext>
              </a:extLst>
            </p:cNvPr>
            <p:cNvSpPr/>
            <p:nvPr/>
          </p:nvSpPr>
          <p:spPr>
            <a:xfrm>
              <a:off x="12850265" y="1528631"/>
              <a:ext cx="6994045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Payment table creation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69AD63F-1C2D-C080-CBFC-9EC26D4B35A7}"/>
              </a:ext>
            </a:extLst>
          </p:cNvPr>
          <p:cNvSpPr txBox="1"/>
          <p:nvPr/>
        </p:nvSpPr>
        <p:spPr>
          <a:xfrm>
            <a:off x="766307" y="1605524"/>
            <a:ext cx="55920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CREATE TABLE payment (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payment_id</a:t>
            </a:r>
            <a:r>
              <a:rPr lang="en-US" sz="2000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payment_date</a:t>
            </a:r>
            <a:r>
              <a:rPr lang="en-US" sz="2000" dirty="0">
                <a:solidFill>
                  <a:srgbClr val="002060"/>
                </a:solidFill>
              </a:rPr>
              <a:t> DATE,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amount NUMBER(10,2),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payment_mode</a:t>
            </a:r>
            <a:r>
              <a:rPr lang="en-US" sz="2000" dirty="0">
                <a:solidFill>
                  <a:srgbClr val="002060"/>
                </a:solidFill>
              </a:rPr>
              <a:t> VARCHAR2(30),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 NUMBER NOT NULL,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CONSTRAINT </a:t>
            </a:r>
            <a:r>
              <a:rPr lang="en-US" sz="2000" dirty="0" err="1">
                <a:solidFill>
                  <a:srgbClr val="002060"/>
                </a:solidFill>
              </a:rPr>
              <a:t>fk_payment_order</a:t>
            </a:r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FOREIGN KEY (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REFERENCES </a:t>
            </a:r>
            <a:r>
              <a:rPr lang="en-US" sz="2000" dirty="0" err="1">
                <a:solidFill>
                  <a:srgbClr val="002060"/>
                </a:solidFill>
              </a:rPr>
              <a:t>restaurant_orders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);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7F14FC-F1EC-FF8A-664D-50FDBF3F0ECE}"/>
              </a:ext>
            </a:extLst>
          </p:cNvPr>
          <p:cNvSpPr txBox="1"/>
          <p:nvPr/>
        </p:nvSpPr>
        <p:spPr>
          <a:xfrm>
            <a:off x="476250" y="1156321"/>
            <a:ext cx="1696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Payment: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CB6A698-5EE7-CF91-DA16-D549A9CAF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89" y="1914087"/>
            <a:ext cx="5117432" cy="37985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346F68-BCF3-764B-E699-5BF43E4BB7A8}"/>
              </a:ext>
            </a:extLst>
          </p:cNvPr>
          <p:cNvSpPr txBox="1"/>
          <p:nvPr/>
        </p:nvSpPr>
        <p:spPr>
          <a:xfrm>
            <a:off x="696553" y="5485052"/>
            <a:ext cx="62806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payment</a:t>
            </a:r>
          </a:p>
          <a:p>
            <a:r>
              <a:rPr lang="en-US" dirty="0"/>
              <a:t>(</a:t>
            </a:r>
            <a:r>
              <a:rPr lang="en-US" dirty="0" err="1"/>
              <a:t>payment_id</a:t>
            </a:r>
            <a:r>
              <a:rPr lang="en-US" dirty="0"/>
              <a:t>, </a:t>
            </a:r>
            <a:r>
              <a:rPr lang="en-US" dirty="0" err="1"/>
              <a:t>payment_date</a:t>
            </a:r>
            <a:r>
              <a:rPr lang="en-US" dirty="0"/>
              <a:t>, amount, </a:t>
            </a:r>
            <a:r>
              <a:rPr lang="en-US" dirty="0" err="1"/>
              <a:t>payment_mode</a:t>
            </a:r>
            <a:r>
              <a:rPr lang="en-US" dirty="0"/>
              <a:t>, </a:t>
            </a:r>
            <a:r>
              <a:rPr lang="en-US" dirty="0" err="1"/>
              <a:t>order_id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DATE '2026-09-01', 350, 'Cash', 1);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FF7807-AD4D-0763-80C2-30841369D9A0}"/>
              </a:ext>
            </a:extLst>
          </p:cNvPr>
          <p:cNvSpPr txBox="1"/>
          <p:nvPr/>
        </p:nvSpPr>
        <p:spPr>
          <a:xfrm>
            <a:off x="323850" y="5083399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408528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EC9C-CC48-A4D8-9517-CB18F965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DF0D7A9-38DA-7B2B-3797-DC46BC86EE1C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1A044F8-FCB6-89DE-0C27-99B699733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75FCF-F6AF-F165-BBC5-7887E8D3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22</a:t>
            </a:fld>
            <a:endParaRPr lang="en-US" dirty="0"/>
          </a:p>
        </p:txBody>
      </p:sp>
      <p:pic>
        <p:nvPicPr>
          <p:cNvPr id="20" name="Picture 2" descr="C:\Users\My\Desktop\Capture 1.PNG">
            <a:extLst>
              <a:ext uri="{FF2B5EF4-FFF2-40B4-BE49-F238E27FC236}">
                <a16:creationId xmlns:a16="http://schemas.microsoft.com/office/drawing/2014/main" id="{48EBE86D-D61F-CFB0-83B2-81E4EB6F8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pic>
        <p:nvPicPr>
          <p:cNvPr id="22" name="Picture 2" descr="C:\Users\My\Desktop\Capture 1.PNG">
            <a:extLst>
              <a:ext uri="{FF2B5EF4-FFF2-40B4-BE49-F238E27FC236}">
                <a16:creationId xmlns:a16="http://schemas.microsoft.com/office/drawing/2014/main" id="{6D90DE60-927A-348A-257B-932BA6B4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417226"/>
            <a:ext cx="1543050" cy="600075"/>
          </a:xfrm>
          <a:prstGeom prst="rect">
            <a:avLst/>
          </a:prstGeom>
          <a:noFill/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1FC5F64-7B0E-3483-5222-6A23840CC161}"/>
              </a:ext>
            </a:extLst>
          </p:cNvPr>
          <p:cNvGrpSpPr/>
          <p:nvPr/>
        </p:nvGrpSpPr>
        <p:grpSpPr>
          <a:xfrm>
            <a:off x="3562350" y="489293"/>
            <a:ext cx="6038850" cy="1273409"/>
            <a:chOff x="12517184" y="1407596"/>
            <a:chExt cx="7327127" cy="190935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7F28F6E-D5E4-FA21-7C41-893DF4C1EDDA}"/>
                </a:ext>
              </a:extLst>
            </p:cNvPr>
            <p:cNvGrpSpPr/>
            <p:nvPr/>
          </p:nvGrpSpPr>
          <p:grpSpPr>
            <a:xfrm>
              <a:off x="12517184" y="1407596"/>
              <a:ext cx="7327127" cy="1909355"/>
              <a:chOff x="4430535" y="719582"/>
              <a:chExt cx="4123652" cy="1077033"/>
            </a:xfrm>
          </p:grpSpPr>
          <p:pic>
            <p:nvPicPr>
              <p:cNvPr id="28" name="object 3">
                <a:extLst>
                  <a:ext uri="{FF2B5EF4-FFF2-40B4-BE49-F238E27FC236}">
                    <a16:creationId xmlns:a16="http://schemas.microsoft.com/office/drawing/2014/main" id="{5119179A-0B09-3626-9045-5D972F8527B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9" name="object 4">
                <a:extLst>
                  <a:ext uri="{FF2B5EF4-FFF2-40B4-BE49-F238E27FC236}">
                    <a16:creationId xmlns:a16="http://schemas.microsoft.com/office/drawing/2014/main" id="{A0DDACB7-D7FB-8AB7-6127-98936BBFB0CA}"/>
                  </a:ext>
                </a:extLst>
              </p:cNvPr>
              <p:cNvSpPr/>
              <p:nvPr/>
            </p:nvSpPr>
            <p:spPr>
              <a:xfrm>
                <a:off x="4430535" y="834504"/>
                <a:ext cx="4123652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657A48-BB2D-030D-C076-FFF01B09FD56}"/>
                </a:ext>
              </a:extLst>
            </p:cNvPr>
            <p:cNvSpPr/>
            <p:nvPr/>
          </p:nvSpPr>
          <p:spPr>
            <a:xfrm>
              <a:off x="12850265" y="1528631"/>
              <a:ext cx="6994045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Order item table creation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3F2F7FD-79C3-9813-A408-81D678C64513}"/>
              </a:ext>
            </a:extLst>
          </p:cNvPr>
          <p:cNvSpPr txBox="1"/>
          <p:nvPr/>
        </p:nvSpPr>
        <p:spPr>
          <a:xfrm>
            <a:off x="1095375" y="1711487"/>
            <a:ext cx="525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CREATE TABLE </a:t>
            </a:r>
            <a:r>
              <a:rPr lang="en-IN" dirty="0" err="1">
                <a:solidFill>
                  <a:srgbClr val="002060"/>
                </a:solidFill>
              </a:rPr>
              <a:t>order_item</a:t>
            </a:r>
            <a:r>
              <a:rPr lang="en-IN" dirty="0">
                <a:solidFill>
                  <a:srgbClr val="002060"/>
                </a:solidFill>
              </a:rPr>
              <a:t> (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order_item_id</a:t>
            </a:r>
            <a:r>
              <a:rPr lang="en-IN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IN" dirty="0">
                <a:solidFill>
                  <a:srgbClr val="002060"/>
                </a:solidFill>
              </a:rPr>
              <a:t>    quantity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CONSTRAINT </a:t>
            </a:r>
            <a:r>
              <a:rPr lang="en-IN" dirty="0" err="1">
                <a:solidFill>
                  <a:srgbClr val="002060"/>
                </a:solidFill>
              </a:rPr>
              <a:t>fk_orderitem_order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    FOREIGN KEY (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    REFERENCES </a:t>
            </a:r>
            <a:r>
              <a:rPr lang="en-IN" dirty="0" err="1">
                <a:solidFill>
                  <a:srgbClr val="002060"/>
                </a:solidFill>
              </a:rPr>
              <a:t>restaurant_orders</a:t>
            </a:r>
            <a:r>
              <a:rPr lang="en-IN" dirty="0">
                <a:solidFill>
                  <a:srgbClr val="002060"/>
                </a:solidFill>
              </a:rPr>
              <a:t>(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),</a:t>
            </a:r>
          </a:p>
          <a:p>
            <a:r>
              <a:rPr lang="en-IN" dirty="0">
                <a:solidFill>
                  <a:srgbClr val="002060"/>
                </a:solidFill>
              </a:rPr>
              <a:t>    CONSTRAINT </a:t>
            </a:r>
            <a:r>
              <a:rPr lang="en-IN" dirty="0" err="1">
                <a:solidFill>
                  <a:srgbClr val="002060"/>
                </a:solidFill>
              </a:rPr>
              <a:t>fk_orderitem_menu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    FOREIGN KEY (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    REFERENCES menu(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);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6D1A19-BEE3-A1A1-0F83-2D2318A43FE9}"/>
              </a:ext>
            </a:extLst>
          </p:cNvPr>
          <p:cNvSpPr txBox="1"/>
          <p:nvPr/>
        </p:nvSpPr>
        <p:spPr>
          <a:xfrm>
            <a:off x="685800" y="1188267"/>
            <a:ext cx="2362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Order item: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8227-5D00-7033-88DF-A4E68409D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086" y="1901860"/>
            <a:ext cx="4199636" cy="3784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A9F39-D3C0-F34F-AFB0-1496B2B95585}"/>
              </a:ext>
            </a:extLst>
          </p:cNvPr>
          <p:cNvSpPr txBox="1"/>
          <p:nvPr/>
        </p:nvSpPr>
        <p:spPr>
          <a:xfrm>
            <a:off x="1171074" y="5486400"/>
            <a:ext cx="4414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order_item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order_item_id</a:t>
            </a:r>
            <a:r>
              <a:rPr lang="en-US" dirty="0"/>
              <a:t>, quantity, 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menu_id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1, 1, 1);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E2EF0-C1DB-F150-045C-72702554C7E0}"/>
              </a:ext>
            </a:extLst>
          </p:cNvPr>
          <p:cNvSpPr txBox="1"/>
          <p:nvPr/>
        </p:nvSpPr>
        <p:spPr>
          <a:xfrm>
            <a:off x="664442" y="507627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998297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926E-AD66-B77C-57CF-1E23B39B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5B0D3C9-E0DB-9FF9-9D07-C81B73BDBFB6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343E3A0-F337-4FCC-D94D-A77CAC2951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404A7-6FF4-952E-D2C7-C615A828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700EFA49-D5C6-A7C9-5D81-671EADFF7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B9EC0C5-A464-8B1B-A8B4-F8AB28B0A227}"/>
              </a:ext>
            </a:extLst>
          </p:cNvPr>
          <p:cNvGrpSpPr/>
          <p:nvPr/>
        </p:nvGrpSpPr>
        <p:grpSpPr>
          <a:xfrm>
            <a:off x="3048000" y="460721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914AA9-52BB-1EFC-77A2-E80AAA1C8768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CA0A983C-8A15-52EC-5261-84241984642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31B1A37C-34CB-1907-2793-F3D5C00E4C4B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8FDFC5-BE5C-6D3C-93E2-A3285C04B46E}"/>
                </a:ext>
              </a:extLst>
            </p:cNvPr>
            <p:cNvSpPr/>
            <p:nvPr/>
          </p:nvSpPr>
          <p:spPr>
            <a:xfrm>
              <a:off x="13566144" y="1578862"/>
              <a:ext cx="5806101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Order, payment &amp; order item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D018DDD-B080-2C52-6834-598A7BFD00DC}"/>
              </a:ext>
            </a:extLst>
          </p:cNvPr>
          <p:cNvSpPr txBox="1"/>
          <p:nvPr/>
        </p:nvSpPr>
        <p:spPr>
          <a:xfrm>
            <a:off x="621632" y="1258285"/>
            <a:ext cx="393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Transaction Tables: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57088-590B-6E2E-DB16-677B31617BE2}"/>
              </a:ext>
            </a:extLst>
          </p:cNvPr>
          <p:cNvSpPr txBox="1"/>
          <p:nvPr/>
        </p:nvSpPr>
        <p:spPr>
          <a:xfrm>
            <a:off x="1129328" y="1771521"/>
            <a:ext cx="51503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CREATE TABLE </a:t>
            </a:r>
            <a:r>
              <a:rPr lang="en-US" sz="2000" dirty="0" err="1">
                <a:solidFill>
                  <a:srgbClr val="002060"/>
                </a:solidFill>
              </a:rPr>
              <a:t>restaurant_orders</a:t>
            </a:r>
            <a:r>
              <a:rPr lang="en-US" sz="2000" dirty="0">
                <a:solidFill>
                  <a:srgbClr val="002060"/>
                </a:solidFill>
              </a:rPr>
              <a:t> (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order_date</a:t>
            </a:r>
            <a:r>
              <a:rPr lang="en-US" sz="2000" dirty="0">
                <a:solidFill>
                  <a:srgbClr val="002060"/>
                </a:solidFill>
              </a:rPr>
              <a:t> DATE,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total_amount</a:t>
            </a:r>
            <a:r>
              <a:rPr lang="en-US" sz="2000" dirty="0">
                <a:solidFill>
                  <a:srgbClr val="002060"/>
                </a:solidFill>
              </a:rPr>
              <a:t> NUMBER(10,2),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table_no</a:t>
            </a:r>
            <a:r>
              <a:rPr lang="en-US" sz="2000" dirty="0">
                <a:solidFill>
                  <a:srgbClr val="002060"/>
                </a:solidFill>
              </a:rPr>
              <a:t> NUMBER,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 NUMBER NOT NULL,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FOREIGN KEY (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REFERENCES customer(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);</a:t>
            </a:r>
            <a:endParaRPr lang="en-IN" sz="2000" dirty="0">
              <a:solidFill>
                <a:srgbClr val="00206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3E128A-A7EC-6B6D-C67A-D909D75C38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391" y="2033297"/>
            <a:ext cx="5331009" cy="36226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50E735-D135-947D-CCE8-3DC142BC143C}"/>
              </a:ext>
            </a:extLst>
          </p:cNvPr>
          <p:cNvSpPr txBox="1"/>
          <p:nvPr/>
        </p:nvSpPr>
        <p:spPr>
          <a:xfrm>
            <a:off x="747308" y="5392845"/>
            <a:ext cx="5914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restaurant_orders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order_date</a:t>
            </a:r>
            <a:r>
              <a:rPr lang="en-US" dirty="0"/>
              <a:t>, </a:t>
            </a:r>
            <a:r>
              <a:rPr lang="en-US" dirty="0" err="1"/>
              <a:t>total_amount</a:t>
            </a:r>
            <a:r>
              <a:rPr lang="en-US" dirty="0"/>
              <a:t>, </a:t>
            </a:r>
            <a:r>
              <a:rPr lang="en-US" dirty="0" err="1"/>
              <a:t>table_no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DATE '2026-09-01', 350, 1, 1);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E49990-84A6-5535-43FF-47A8419F7C73}"/>
              </a:ext>
            </a:extLst>
          </p:cNvPr>
          <p:cNvSpPr txBox="1"/>
          <p:nvPr/>
        </p:nvSpPr>
        <p:spPr>
          <a:xfrm>
            <a:off x="400123" y="499319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126345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16CE-D26A-FB93-5893-3B488BF3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C39BF9B-B66D-471B-62E7-7EBA13AFF015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DEC91A0-FAB6-9C08-7563-8BF082FD12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1C644-6282-F31F-9ADC-622A8306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239D85B1-F379-8514-A400-D355D9154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1D5F28-98EF-1285-11A1-4AB6B2DD1998}"/>
              </a:ext>
            </a:extLst>
          </p:cNvPr>
          <p:cNvGrpSpPr/>
          <p:nvPr/>
        </p:nvGrpSpPr>
        <p:grpSpPr>
          <a:xfrm>
            <a:off x="3055190" y="7247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5D8BBC-9FA7-372A-30F2-EDA777B331E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C480A441-3D94-DFA6-1D3A-0E097D03C5F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F27C76B4-DB0A-0331-D3E5-F70A65F4E3E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45C18A-4F8E-51EB-B7D2-0C967CF348C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95AF3ED-C3F1-4E30-CE20-C36943446AD3}"/>
              </a:ext>
            </a:extLst>
          </p:cNvPr>
          <p:cNvSpPr txBox="1"/>
          <p:nvPr/>
        </p:nvSpPr>
        <p:spPr>
          <a:xfrm>
            <a:off x="863787" y="1496668"/>
            <a:ext cx="4873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1: Find the minimum and maximum salary of employees.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MIN(salary) AS </a:t>
            </a:r>
            <a:r>
              <a:rPr lang="en-US" dirty="0" err="1"/>
              <a:t>minimum_salary</a:t>
            </a:r>
            <a:r>
              <a:rPr lang="en-US" dirty="0"/>
              <a:t>,</a:t>
            </a:r>
          </a:p>
          <a:p>
            <a:r>
              <a:rPr lang="en-US" dirty="0"/>
              <a:t>       MAX(salary) AS </a:t>
            </a:r>
            <a:r>
              <a:rPr lang="en-US" dirty="0" err="1"/>
              <a:t>maximum_salary</a:t>
            </a:r>
            <a:endParaRPr lang="en-US" dirty="0"/>
          </a:p>
          <a:p>
            <a:r>
              <a:rPr lang="en-US" dirty="0"/>
              <a:t>FROM employee;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E56888-1203-1B8F-3054-BCCB1A5366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87" y="4252093"/>
            <a:ext cx="4076700" cy="733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BB20FA-F552-AFD9-7DC0-B22D4939F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475" y="4319970"/>
            <a:ext cx="2762250" cy="1381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D49782-F03E-769B-A850-D7C58D8ACE2A}"/>
              </a:ext>
            </a:extLst>
          </p:cNvPr>
          <p:cNvSpPr txBox="1"/>
          <p:nvPr/>
        </p:nvSpPr>
        <p:spPr>
          <a:xfrm>
            <a:off x="7004341" y="1415946"/>
            <a:ext cx="45373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2: Find the total salary paid for each employee role.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role,</a:t>
            </a:r>
          </a:p>
          <a:p>
            <a:r>
              <a:rPr lang="en-US" dirty="0"/>
              <a:t>       SUM(salary) AS </a:t>
            </a:r>
            <a:r>
              <a:rPr lang="en-US" dirty="0" err="1"/>
              <a:t>total_salary</a:t>
            </a:r>
            <a:endParaRPr lang="en-US" dirty="0"/>
          </a:p>
          <a:p>
            <a:r>
              <a:rPr lang="en-US" dirty="0"/>
              <a:t>FROM employee</a:t>
            </a:r>
          </a:p>
          <a:p>
            <a:r>
              <a:rPr lang="en-US" dirty="0"/>
              <a:t>GROUP BY role;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E88B3-5BD5-4031-BEFC-2C9FBC7281A9}"/>
              </a:ext>
            </a:extLst>
          </p:cNvPr>
          <p:cNvSpPr txBox="1"/>
          <p:nvPr/>
        </p:nvSpPr>
        <p:spPr>
          <a:xfrm>
            <a:off x="848673" y="377111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957D7-701F-FC1D-D80B-4841D1CD2A48}"/>
              </a:ext>
            </a:extLst>
          </p:cNvPr>
          <p:cNvSpPr txBox="1"/>
          <p:nvPr/>
        </p:nvSpPr>
        <p:spPr>
          <a:xfrm>
            <a:off x="7247070" y="3848055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020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8ADB-B380-76DB-CE59-A5DF37DC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BA76958-E74F-181A-68EE-D0B0FA5AD621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BD646CBE-E37C-6A55-2039-28FE831CBA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71100-B13B-1629-3F28-2F8704F6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B38B7DA7-FDD1-927F-AE7D-82F6DC032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6159624-0196-4168-1682-F85AF324B5C8}"/>
              </a:ext>
            </a:extLst>
          </p:cNvPr>
          <p:cNvGrpSpPr/>
          <p:nvPr/>
        </p:nvGrpSpPr>
        <p:grpSpPr>
          <a:xfrm>
            <a:off x="3055190" y="7247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38A02D-DBB0-EDDF-60A3-B828DE65E5D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6FEE0FED-FB7E-09B0-51D4-BC1638E5100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A4999860-0E48-1162-7DF4-7AECD792C938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DAE843-D31D-72B3-426A-A92745E4382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59229B-8B58-3C06-A107-35FA55D6180D}"/>
              </a:ext>
            </a:extLst>
          </p:cNvPr>
          <p:cNvSpPr txBox="1"/>
          <p:nvPr/>
        </p:nvSpPr>
        <p:spPr>
          <a:xfrm>
            <a:off x="2489024" y="1159526"/>
            <a:ext cx="78021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3: Display employees whose names start with the letter 'A'.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employee_id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emp_name</a:t>
            </a:r>
            <a:r>
              <a:rPr lang="en-US" dirty="0"/>
              <a:t>,</a:t>
            </a:r>
          </a:p>
          <a:p>
            <a:r>
              <a:rPr lang="en-US" dirty="0"/>
              <a:t>       role,</a:t>
            </a:r>
          </a:p>
          <a:p>
            <a:r>
              <a:rPr lang="en-US" dirty="0"/>
              <a:t>       salary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</a:t>
            </a:r>
            <a:r>
              <a:rPr lang="en-US" dirty="0" err="1"/>
              <a:t>emp_name</a:t>
            </a:r>
            <a:r>
              <a:rPr lang="en-US" dirty="0"/>
              <a:t> LIKE 'A%';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0E4340-5290-E7BF-F5B2-4BCD7BB91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1" y="4098926"/>
            <a:ext cx="4953000" cy="2257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5463F-4D3B-A7B8-F0B2-2DCD890A827D}"/>
              </a:ext>
            </a:extLst>
          </p:cNvPr>
          <p:cNvSpPr txBox="1"/>
          <p:nvPr/>
        </p:nvSpPr>
        <p:spPr>
          <a:xfrm>
            <a:off x="2833251" y="365760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7310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B471-5DA5-A88F-0EF0-0173686B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BB4D0DD-72B4-BB57-1715-01EAA2E5F83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47643441-567B-3D3A-1AA3-A8989D01E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C215-B94C-3099-663F-BD173A4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26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5398EDD9-EC40-BAE5-B39B-E79631BF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F11FF3-1B5A-806F-5DAA-C25A903D3DF1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328B20-5B18-4039-8027-1073D7DFB43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04613F23-C281-6867-1ACF-0D6164E203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20E7AC1-9C8F-7529-88D4-5E46D560ADFB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0BAF92-A244-A2CA-93A8-30C3C030CD33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80F2186-5F5D-429D-4DC0-EF4089138C27}"/>
              </a:ext>
            </a:extLst>
          </p:cNvPr>
          <p:cNvSpPr txBox="1"/>
          <p:nvPr/>
        </p:nvSpPr>
        <p:spPr>
          <a:xfrm>
            <a:off x="538162" y="1694105"/>
            <a:ext cx="53292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4: Display employees whose salary is greater than 50000.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</a:t>
            </a:r>
            <a:r>
              <a:rPr lang="en-US" sz="2200" dirty="0" err="1"/>
              <a:t>emp_name</a:t>
            </a:r>
            <a:endParaRPr lang="en-US" sz="2200" dirty="0"/>
          </a:p>
          <a:p>
            <a:r>
              <a:rPr lang="en-US" sz="2200" dirty="0"/>
              <a:t>FROM employee</a:t>
            </a:r>
          </a:p>
          <a:p>
            <a:r>
              <a:rPr lang="en-US" sz="2200" dirty="0"/>
              <a:t>WHERE salary &gt; 50000;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B696F-744A-170C-4819-34440FE039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2" b="8067"/>
          <a:stretch>
            <a:fillRect/>
          </a:stretch>
        </p:blipFill>
        <p:spPr>
          <a:xfrm>
            <a:off x="7496175" y="4074286"/>
            <a:ext cx="3676650" cy="2459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03F895-2F31-3B6F-5D1C-FBF249DED3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942254"/>
            <a:ext cx="2514600" cy="856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C931C-D828-9839-4C1E-5B8CFABB3DC8}"/>
              </a:ext>
            </a:extLst>
          </p:cNvPr>
          <p:cNvSpPr txBox="1"/>
          <p:nvPr/>
        </p:nvSpPr>
        <p:spPr>
          <a:xfrm>
            <a:off x="6781800" y="1658773"/>
            <a:ext cx="49339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5: Find the total revenue generated from payments.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SUM(amount) AS </a:t>
            </a:r>
            <a:r>
              <a:rPr lang="en-US" sz="2200" dirty="0" err="1"/>
              <a:t>total_revenue</a:t>
            </a:r>
            <a:endParaRPr lang="en-US" sz="2200" dirty="0"/>
          </a:p>
          <a:p>
            <a:r>
              <a:rPr lang="en-US" sz="2200" dirty="0"/>
              <a:t>FROM payment;</a:t>
            </a:r>
            <a:endParaRPr lang="en-IN" sz="2200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4E538-0733-71FD-3DB3-60F8A074036B}"/>
              </a:ext>
            </a:extLst>
          </p:cNvPr>
          <p:cNvSpPr txBox="1"/>
          <p:nvPr/>
        </p:nvSpPr>
        <p:spPr>
          <a:xfrm>
            <a:off x="731520" y="4407408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83FAF-5CFC-482D-803B-5FA9374EA3AF}"/>
              </a:ext>
            </a:extLst>
          </p:cNvPr>
          <p:cNvSpPr txBox="1"/>
          <p:nvPr/>
        </p:nvSpPr>
        <p:spPr>
          <a:xfrm>
            <a:off x="6934200" y="3574416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373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109D-961C-28D2-6824-ABC753FB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19517CA-F4C3-F670-AFF7-2E6E98B72707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E5CC5128-189F-6759-C812-5A53923D06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52104-A46A-479A-2F4B-F64E3141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FC1A1E0E-0D93-2F44-9B5F-2A28166B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C62C64-FD5A-AC35-D198-CEAC2636487B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1C632E-B781-840F-4EE6-B23CB01F325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8BF81A6F-91FE-A475-9F01-98A1118B0A8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936F0417-6B51-10BF-75EB-34355D43A833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6495A5-1125-D2EC-83DA-F34ABA66D664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8AD022-DE98-9BDE-C31D-4EB877BD5DFC}"/>
              </a:ext>
            </a:extLst>
          </p:cNvPr>
          <p:cNvSpPr txBox="1"/>
          <p:nvPr/>
        </p:nvSpPr>
        <p:spPr>
          <a:xfrm>
            <a:off x="364331" y="1705475"/>
            <a:ext cx="536733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6: Find the total number of orders.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COUNT(*) AS </a:t>
            </a:r>
            <a:r>
              <a:rPr lang="en-US" sz="2200" dirty="0" err="1"/>
              <a:t>total_orders</a:t>
            </a:r>
            <a:endParaRPr lang="en-US" sz="2200" dirty="0"/>
          </a:p>
          <a:p>
            <a:r>
              <a:rPr lang="en-US" sz="2200" dirty="0"/>
              <a:t>FROM </a:t>
            </a:r>
            <a:r>
              <a:rPr lang="en-US" sz="2200" dirty="0" err="1"/>
              <a:t>restaurant_orders</a:t>
            </a:r>
            <a:r>
              <a:rPr lang="en-US" sz="2200" dirty="0"/>
              <a:t>;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671951-3A7F-FB56-A86B-1B34A9B704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168628"/>
            <a:ext cx="2582195" cy="10539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82CEBD-BB40-42F6-27D6-7C6B898A1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633115"/>
            <a:ext cx="5753138" cy="9461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9C85FD-1060-C6A3-C64D-B8D4474896C5}"/>
              </a:ext>
            </a:extLst>
          </p:cNvPr>
          <p:cNvSpPr txBox="1"/>
          <p:nvPr/>
        </p:nvSpPr>
        <p:spPr>
          <a:xfrm>
            <a:off x="6382894" y="1668943"/>
            <a:ext cx="54102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7: Find the highest-priced menu item.</a:t>
            </a:r>
          </a:p>
          <a:p>
            <a:r>
              <a:rPr lang="en-IN" sz="2000" b="1" dirty="0"/>
              <a:t>SQL Query</a:t>
            </a:r>
          </a:p>
          <a:p>
            <a:r>
              <a:rPr lang="en-US" sz="2000" dirty="0"/>
              <a:t>SELECT * FROM menu</a:t>
            </a:r>
          </a:p>
          <a:p>
            <a:r>
              <a:rPr lang="en-US" sz="2000" dirty="0"/>
              <a:t>WHERE price = (</a:t>
            </a:r>
          </a:p>
          <a:p>
            <a:r>
              <a:rPr lang="en-US" sz="2000" dirty="0"/>
              <a:t>    SELECT MAX(price)</a:t>
            </a:r>
          </a:p>
          <a:p>
            <a:r>
              <a:rPr lang="en-US" sz="2000" dirty="0"/>
              <a:t>    FROM menu );</a:t>
            </a:r>
            <a:endParaRPr lang="en-IN" sz="2000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4AC8D-F91A-6473-750A-4C11A2FB1488}"/>
              </a:ext>
            </a:extLst>
          </p:cNvPr>
          <p:cNvSpPr txBox="1"/>
          <p:nvPr/>
        </p:nvSpPr>
        <p:spPr>
          <a:xfrm>
            <a:off x="1143000" y="3483864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04371-BA5D-A6D5-3D95-A30266FFC981}"/>
              </a:ext>
            </a:extLst>
          </p:cNvPr>
          <p:cNvSpPr txBox="1"/>
          <p:nvPr/>
        </p:nvSpPr>
        <p:spPr>
          <a:xfrm>
            <a:off x="6309360" y="3995928"/>
            <a:ext cx="10182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456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D418-4580-78AB-8BAC-D2595F37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CAB0011-B1FF-8E6B-E9DA-009A209C5C8A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DCE79A95-93ED-FE19-F00F-F3E735B7D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42BA6-C94A-F6D8-884B-54C54A78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57DD51F2-7BA2-B630-E9C4-B93000B22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BF2298-9509-E3C5-BE56-8320A11FE18B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BAE39B-2EE2-5538-B2F8-FBD23A640BCE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9490B5F9-D495-4145-86C2-4C360169B82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839BC88E-1EDF-BB79-D974-00B8F1BBCC97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77B76B-630B-E705-13A4-1E2470555335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546D07C-2F98-0495-968D-116DD35C197B}"/>
              </a:ext>
            </a:extLst>
          </p:cNvPr>
          <p:cNvSpPr txBox="1"/>
          <p:nvPr/>
        </p:nvSpPr>
        <p:spPr>
          <a:xfrm>
            <a:off x="528129" y="1859339"/>
            <a:ext cx="503974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1: Display employee details along with their manager bonus.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e.employee_id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e.emp_name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e.role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e.salary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m.bonus</a:t>
            </a:r>
            <a:endParaRPr lang="en-IN" dirty="0"/>
          </a:p>
          <a:p>
            <a:r>
              <a:rPr lang="en-IN" dirty="0"/>
              <a:t>FROM employee e</a:t>
            </a:r>
          </a:p>
          <a:p>
            <a:r>
              <a:rPr lang="en-IN" dirty="0"/>
              <a:t>JOIN manager m</a:t>
            </a:r>
          </a:p>
          <a:p>
            <a:r>
              <a:rPr lang="en-IN" dirty="0"/>
              <a:t>ON </a:t>
            </a:r>
            <a:r>
              <a:rPr lang="en-IN" dirty="0" err="1"/>
              <a:t>e.employee_id</a:t>
            </a:r>
            <a:r>
              <a:rPr lang="en-IN" dirty="0"/>
              <a:t> = </a:t>
            </a:r>
            <a:r>
              <a:rPr lang="en-IN" dirty="0" err="1"/>
              <a:t>m.employee_id</a:t>
            </a:r>
            <a:r>
              <a:rPr lang="en-IN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E2D7C-5CD4-2FEA-72FB-ACF7440A77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56" b="9641"/>
          <a:stretch>
            <a:fillRect/>
          </a:stretch>
        </p:blipFill>
        <p:spPr>
          <a:xfrm>
            <a:off x="6313488" y="2624696"/>
            <a:ext cx="4848224" cy="2991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7682C-83D1-222B-A6FE-BAF081C288FF}"/>
              </a:ext>
            </a:extLst>
          </p:cNvPr>
          <p:cNvSpPr txBox="1"/>
          <p:nvPr/>
        </p:nvSpPr>
        <p:spPr>
          <a:xfrm>
            <a:off x="6172200" y="1991337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639931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8E2A-EA94-19C3-E44F-8BE1BAE7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ADA9081-EFA5-D7D4-8985-0378F6F88959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C80D09C-CC83-1BED-7554-8A1FC6364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6F847-8122-4A28-B6C5-6CEA198F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D3DBA67D-68CE-B96C-322F-6F9A7B26C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219B4DC-B498-D2A0-F3E4-2BB75611FE9F}"/>
              </a:ext>
            </a:extLst>
          </p:cNvPr>
          <p:cNvGrpSpPr/>
          <p:nvPr/>
        </p:nvGrpSpPr>
        <p:grpSpPr>
          <a:xfrm>
            <a:off x="2819400" y="0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768C0A-5977-2FAA-B86F-4BC580B456E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887E08D2-9BC3-40BD-55D3-4C14A5411E3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E3A34E3D-0F72-246D-6AF0-88C09909ACF0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202603-2E3E-8580-567B-874E9A7D2786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4656077-3100-B899-FD47-86A78362BF48}"/>
              </a:ext>
            </a:extLst>
          </p:cNvPr>
          <p:cNvSpPr txBox="1"/>
          <p:nvPr/>
        </p:nvSpPr>
        <p:spPr>
          <a:xfrm>
            <a:off x="838200" y="1828800"/>
            <a:ext cx="5029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2: Display order details along with customer names.</a:t>
            </a:r>
          </a:p>
          <a:p>
            <a:r>
              <a:rPr lang="en-IN" b="1" dirty="0"/>
              <a:t>SQL Query</a:t>
            </a:r>
          </a:p>
          <a:p>
            <a:r>
              <a:rPr lang="en-IN" dirty="0"/>
              <a:t>SELECT </a:t>
            </a:r>
            <a:r>
              <a:rPr lang="en-IN" dirty="0" err="1"/>
              <a:t>o.order_id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o.order_date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o.total_amount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o.table_no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JOIN customer c</a:t>
            </a:r>
          </a:p>
          <a:p>
            <a:r>
              <a:rPr lang="en-IN" dirty="0"/>
              <a:t>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59309A-EB7A-7A39-8CF2-2443E918C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75" y="2514600"/>
            <a:ext cx="5772569" cy="3271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9AC63-966B-9396-9B75-CE65D277B763}"/>
              </a:ext>
            </a:extLst>
          </p:cNvPr>
          <p:cNvSpPr txBox="1"/>
          <p:nvPr/>
        </p:nvSpPr>
        <p:spPr>
          <a:xfrm>
            <a:off x="5891784" y="1828800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518123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682E-A140-80E0-6B58-7157A59E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4189E73-13BF-1188-4DAF-C2844D949CE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B09F52BF-6DBD-902D-DA40-52B579B1C3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3312C-DF1A-234E-7327-9AF4ECC3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30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D15AD827-C8AB-A554-5FD0-DC15355C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72E754-0B1E-EC08-034E-E077B688894A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F83D30C-F6A2-8F17-6542-F2B40F32FAA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50086CF9-CA49-6CD4-EC1D-13417973937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B3C7A802-E18D-B8CC-C002-2D9E65407D19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9E2F14-E19B-BB7F-F864-AAA3905028D8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4B2FF1-C243-8EB1-D4DD-D9CF7B0AEA00}"/>
              </a:ext>
            </a:extLst>
          </p:cNvPr>
          <p:cNvSpPr txBox="1"/>
          <p:nvPr/>
        </p:nvSpPr>
        <p:spPr>
          <a:xfrm>
            <a:off x="362712" y="1828800"/>
            <a:ext cx="55245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3: Find customers who visited the restaurant more than once.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   COUNT(</a:t>
            </a:r>
            <a:r>
              <a:rPr lang="en-IN" dirty="0" err="1"/>
              <a:t>o.order_id</a:t>
            </a:r>
            <a:r>
              <a:rPr lang="en-IN" dirty="0"/>
              <a:t>) AS </a:t>
            </a:r>
            <a:r>
              <a:rPr lang="en-IN" dirty="0" err="1"/>
              <a:t>no_of_visits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c.customer_id</a:t>
            </a:r>
            <a:r>
              <a:rPr lang="en-IN" dirty="0"/>
              <a:t>,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HAVING COUNT(</a:t>
            </a:r>
            <a:r>
              <a:rPr lang="en-IN" dirty="0" err="1"/>
              <a:t>o.order_id</a:t>
            </a:r>
            <a:r>
              <a:rPr lang="en-IN" dirty="0"/>
              <a:t>) &gt; 1</a:t>
            </a:r>
          </a:p>
          <a:p>
            <a:r>
              <a:rPr lang="en-IN" dirty="0"/>
              <a:t>ORDER BY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023038-F5C8-B96E-86A3-4CA28199D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548147"/>
            <a:ext cx="5943600" cy="17617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1AC100-F0C1-F988-9E8F-648BD4E638BB}"/>
              </a:ext>
            </a:extLst>
          </p:cNvPr>
          <p:cNvSpPr txBox="1"/>
          <p:nvPr/>
        </p:nvSpPr>
        <p:spPr>
          <a:xfrm>
            <a:off x="5795676" y="2023005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687178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E89A-D9EC-7274-30B0-68B5D32F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1ECB55-94CA-4360-02CF-879787BACE15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65470E75-8B1D-0F3B-04DD-613B7543DB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7B5BA-4483-7E8A-F44D-C313DA53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31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0B898332-3040-FEAD-0676-E719422F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800A629-07C3-99A5-FC6F-C7DAA3E1EBB2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D12C40-4B9F-EFF5-9ED9-F8E64BCD19E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A96C4183-23AA-48EA-E913-7917925325B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D10959E-D1E5-8CCF-3F50-B31485F96D72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A56504-CBA2-198F-3A15-CAB5240C02C3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F3A1F9-F31A-BAF4-5DA9-A95207CDB3E8}"/>
              </a:ext>
            </a:extLst>
          </p:cNvPr>
          <p:cNvSpPr txBox="1"/>
          <p:nvPr/>
        </p:nvSpPr>
        <p:spPr>
          <a:xfrm>
            <a:off x="588264" y="1981200"/>
            <a:ext cx="5257800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4: Display payment details along with customer information.</a:t>
            </a:r>
          </a:p>
          <a:p>
            <a:r>
              <a:rPr lang="en-IN" b="1" dirty="0"/>
              <a:t>SQL Query</a:t>
            </a:r>
          </a:p>
          <a:p>
            <a:r>
              <a:rPr lang="en-IN" sz="1700" dirty="0"/>
              <a:t>SELECT </a:t>
            </a:r>
            <a:r>
              <a:rPr lang="en-IN" sz="1700" dirty="0" err="1"/>
              <a:t>p.payment_id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c.customer_name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p.amount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p.payment_mode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p.payment_date</a:t>
            </a:r>
            <a:endParaRPr lang="en-IN" sz="1700" dirty="0"/>
          </a:p>
          <a:p>
            <a:r>
              <a:rPr lang="en-IN" sz="1700" dirty="0"/>
              <a:t>FROM payment p</a:t>
            </a:r>
          </a:p>
          <a:p>
            <a:r>
              <a:rPr lang="en-IN" sz="1700" dirty="0"/>
              <a:t>JOIN </a:t>
            </a:r>
            <a:r>
              <a:rPr lang="en-IN" sz="1700" dirty="0" err="1"/>
              <a:t>restaurant_orders</a:t>
            </a:r>
            <a:r>
              <a:rPr lang="en-IN" sz="1700" dirty="0"/>
              <a:t> o</a:t>
            </a:r>
          </a:p>
          <a:p>
            <a:r>
              <a:rPr lang="en-IN" sz="1700" dirty="0"/>
              <a:t>ON </a:t>
            </a:r>
            <a:r>
              <a:rPr lang="en-IN" sz="1700" dirty="0" err="1"/>
              <a:t>p.order_id</a:t>
            </a:r>
            <a:r>
              <a:rPr lang="en-IN" sz="1700" dirty="0"/>
              <a:t> = </a:t>
            </a:r>
            <a:r>
              <a:rPr lang="en-IN" sz="1700" dirty="0" err="1"/>
              <a:t>o.order_id</a:t>
            </a:r>
            <a:endParaRPr lang="en-IN" sz="1700" dirty="0"/>
          </a:p>
          <a:p>
            <a:r>
              <a:rPr lang="en-IN" sz="1700" dirty="0"/>
              <a:t>JOIN customer c</a:t>
            </a:r>
          </a:p>
          <a:p>
            <a:r>
              <a:rPr lang="en-IN" sz="1700" dirty="0"/>
              <a:t>ON </a:t>
            </a:r>
            <a:r>
              <a:rPr lang="en-IN" sz="1700" dirty="0" err="1"/>
              <a:t>o.customer_id</a:t>
            </a:r>
            <a:r>
              <a:rPr lang="en-IN" sz="1700" dirty="0"/>
              <a:t> = </a:t>
            </a:r>
            <a:r>
              <a:rPr lang="en-IN" sz="1700" dirty="0" err="1"/>
              <a:t>c.customer_id</a:t>
            </a:r>
            <a:r>
              <a:rPr lang="en-IN" sz="1700" dirty="0"/>
              <a:t>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C0A243-7847-4840-1F75-B0F7BD151B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265" y="2461980"/>
            <a:ext cx="5998670" cy="3188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D3F810-7281-2CB1-04AE-413D5E2258BD}"/>
              </a:ext>
            </a:extLst>
          </p:cNvPr>
          <p:cNvSpPr txBox="1"/>
          <p:nvPr/>
        </p:nvSpPr>
        <p:spPr>
          <a:xfrm>
            <a:off x="5770550" y="1872983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27642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F9C8-CF92-DD24-9F97-40B0E915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B2CB2E7-3932-0D8A-09F0-CF48D7D09AC2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8BB5F992-4661-D432-E6DA-DD1B63F703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6E778-4768-6B20-D8B6-0088473F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9E433F33-5CA3-E00A-7C9D-4F2AD8DA9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BBDB14A-F492-29F2-5BAE-97A5168316EF}"/>
              </a:ext>
            </a:extLst>
          </p:cNvPr>
          <p:cNvGrpSpPr/>
          <p:nvPr/>
        </p:nvGrpSpPr>
        <p:grpSpPr>
          <a:xfrm>
            <a:off x="3048000" y="13652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41CFD4B-85A4-8232-776C-EA86B17C29A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7EE7F8FE-082A-DD0E-CA44-AAF3FB02285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46532858-0D48-D19F-5684-EA7AE2EB06E9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C2ACF4-C50C-F00B-3CE6-37FBE4981B3F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2ACD4F-2791-60FC-095E-4ADD17A2C5B5}"/>
              </a:ext>
            </a:extLst>
          </p:cNvPr>
          <p:cNvSpPr txBox="1"/>
          <p:nvPr/>
        </p:nvSpPr>
        <p:spPr>
          <a:xfrm>
            <a:off x="550297" y="2209800"/>
            <a:ext cx="5486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5: Find the total revenue generated by each payment mode.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payment_mode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SUM(amount) AS </a:t>
            </a:r>
            <a:r>
              <a:rPr lang="en-US" sz="2000" dirty="0" err="1"/>
              <a:t>total_revenue</a:t>
            </a:r>
            <a:endParaRPr lang="en-US" sz="2000" dirty="0"/>
          </a:p>
          <a:p>
            <a:r>
              <a:rPr lang="en-US" sz="2000" dirty="0"/>
              <a:t>FROM payment</a:t>
            </a:r>
          </a:p>
          <a:p>
            <a:r>
              <a:rPr lang="en-US" sz="2000" dirty="0"/>
              <a:t>GROUP BY </a:t>
            </a:r>
            <a:r>
              <a:rPr lang="en-US" sz="2000" dirty="0" err="1"/>
              <a:t>payment_mode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1268A-5CEE-C857-9070-7A23C75E2A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127630"/>
            <a:ext cx="4593746" cy="160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74A08-67A3-A8B6-C8EF-EBCB4B3E6F41}"/>
              </a:ext>
            </a:extLst>
          </p:cNvPr>
          <p:cNvSpPr txBox="1"/>
          <p:nvPr/>
        </p:nvSpPr>
        <p:spPr>
          <a:xfrm>
            <a:off x="6547104" y="2468880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584945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E467-25F3-0D9F-D222-7EF3A74C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B2D9933-D779-1B1B-D875-9D0AB3F35361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43C09E12-8557-8D20-9596-A7227D7C34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5C70-E63B-9CD7-1815-AFD337DD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33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F8BE3090-AE48-D72A-99E0-B160160B2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FD9CE4D-D8B6-B4CB-2C4D-5247ABB02F95}"/>
              </a:ext>
            </a:extLst>
          </p:cNvPr>
          <p:cNvGrpSpPr/>
          <p:nvPr/>
        </p:nvGrpSpPr>
        <p:grpSpPr>
          <a:xfrm>
            <a:off x="3048000" y="13652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57E428-EF20-CEF7-AD87-86C54ED579D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B430CD31-4309-C881-4576-DC8CB505BFA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18F44E17-E81C-A408-2D94-1C63949E305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3217F0-F2F1-EDBE-67AC-8295BD723EFA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5A4B5C-4772-50BE-137B-29B6483962E2}"/>
              </a:ext>
            </a:extLst>
          </p:cNvPr>
          <p:cNvSpPr txBox="1"/>
          <p:nvPr/>
        </p:nvSpPr>
        <p:spPr>
          <a:xfrm>
            <a:off x="685800" y="1859339"/>
            <a:ext cx="49339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6: Find the total quantity sold for each menu item.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m.menu_id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m.item_name</a:t>
            </a:r>
            <a:r>
              <a:rPr lang="en-IN" dirty="0"/>
              <a:t>,</a:t>
            </a:r>
          </a:p>
          <a:p>
            <a:r>
              <a:rPr lang="en-IN" dirty="0"/>
              <a:t>       SUM(</a:t>
            </a:r>
            <a:r>
              <a:rPr lang="en-IN" dirty="0" err="1"/>
              <a:t>oi.quantity</a:t>
            </a:r>
            <a:r>
              <a:rPr lang="en-IN" dirty="0"/>
              <a:t>) AS </a:t>
            </a:r>
            <a:r>
              <a:rPr lang="en-IN" dirty="0" err="1"/>
              <a:t>total_quantity_sold</a:t>
            </a:r>
            <a:endParaRPr lang="en-IN" dirty="0"/>
          </a:p>
          <a:p>
            <a:r>
              <a:rPr lang="en-IN" dirty="0"/>
              <a:t>FROM menu m</a:t>
            </a:r>
          </a:p>
          <a:p>
            <a:r>
              <a:rPr lang="en-IN" dirty="0"/>
              <a:t>JOIN </a:t>
            </a:r>
            <a:r>
              <a:rPr lang="en-IN" dirty="0" err="1"/>
              <a:t>order_item</a:t>
            </a:r>
            <a:r>
              <a:rPr lang="en-IN" dirty="0"/>
              <a:t> oi</a:t>
            </a:r>
          </a:p>
          <a:p>
            <a:r>
              <a:rPr lang="en-IN" dirty="0"/>
              <a:t>ON </a:t>
            </a:r>
            <a:r>
              <a:rPr lang="en-IN" dirty="0" err="1"/>
              <a:t>m.menu_id</a:t>
            </a:r>
            <a:r>
              <a:rPr lang="en-IN" dirty="0"/>
              <a:t> = </a:t>
            </a:r>
            <a:r>
              <a:rPr lang="en-IN" dirty="0" err="1"/>
              <a:t>oi.menu_id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m.menu_id</a:t>
            </a:r>
            <a:r>
              <a:rPr lang="en-IN" dirty="0"/>
              <a:t>, </a:t>
            </a:r>
            <a:r>
              <a:rPr lang="en-IN" dirty="0" err="1"/>
              <a:t>m.item_name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total_quantity_sold</a:t>
            </a:r>
            <a:r>
              <a:rPr lang="en-IN" dirty="0"/>
              <a:t> DESC;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DF963F-0CF2-59C2-0DDF-90E75FB7BA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675" y="2365412"/>
            <a:ext cx="4798474" cy="3372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63D01-3C74-F7E0-D5B4-78DCA25CA30E}"/>
              </a:ext>
            </a:extLst>
          </p:cNvPr>
          <p:cNvSpPr txBox="1"/>
          <p:nvPr/>
        </p:nvSpPr>
        <p:spPr>
          <a:xfrm>
            <a:off x="6172200" y="1777767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960008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AFA8-237D-A013-1ED1-6F48875A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25AC2AB-DF82-D483-F310-03974F2B8D0E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7AB7127-2314-6A61-5C11-64C4E4CE3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EB221-3646-46CD-C384-FE9CB87C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4F5C023F-AFD6-5D21-EFC3-4A090F75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CEC3BF5-700A-115E-8400-25023A329C5E}"/>
              </a:ext>
            </a:extLst>
          </p:cNvPr>
          <p:cNvGrpSpPr/>
          <p:nvPr/>
        </p:nvGrpSpPr>
        <p:grpSpPr>
          <a:xfrm>
            <a:off x="3110847" y="-4255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B74772-8C63-6E88-3BEB-E9F43BB6062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D77FA3F0-5A95-AE27-5941-B03F2E9D65A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7DFBB7EE-8120-B8D8-769D-70A2F544D952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359AED-CB9F-3AC6-1581-97A236DBF221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CD7B7A-8E7A-A25C-4AB5-701764C52811}"/>
              </a:ext>
            </a:extLst>
          </p:cNvPr>
          <p:cNvSpPr txBox="1"/>
          <p:nvPr/>
        </p:nvSpPr>
        <p:spPr>
          <a:xfrm>
            <a:off x="460992" y="1720840"/>
            <a:ext cx="5486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7: Display orders whose total amount is greater than the average order amount.</a:t>
            </a:r>
          </a:p>
          <a:p>
            <a:r>
              <a:rPr lang="en-IN" b="1" dirty="0"/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order_id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order_date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total_amount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table_no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customer_id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restaurant_orders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total_amount</a:t>
            </a:r>
            <a:r>
              <a:rPr lang="en-US" dirty="0"/>
              <a:t> &gt; (</a:t>
            </a:r>
          </a:p>
          <a:p>
            <a:r>
              <a:rPr lang="en-US" dirty="0"/>
              <a:t>    SELECT AVG(</a:t>
            </a:r>
            <a:r>
              <a:rPr lang="en-US" dirty="0" err="1"/>
              <a:t>total_amount</a:t>
            </a:r>
            <a:r>
              <a:rPr lang="en-US" dirty="0"/>
              <a:t>)</a:t>
            </a:r>
          </a:p>
          <a:p>
            <a:r>
              <a:rPr lang="en-US" dirty="0"/>
              <a:t>    FROM </a:t>
            </a:r>
            <a:r>
              <a:rPr lang="en-US" dirty="0" err="1"/>
              <a:t>restaurant_orders</a:t>
            </a:r>
            <a:r>
              <a:rPr lang="en-US" dirty="0"/>
              <a:t> );</a:t>
            </a: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DB6596-8085-B113-E0E0-B303042E43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905215"/>
            <a:ext cx="6369578" cy="2269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F14861-7507-64EF-1590-9F434589E6EE}"/>
              </a:ext>
            </a:extLst>
          </p:cNvPr>
          <p:cNvSpPr txBox="1"/>
          <p:nvPr/>
        </p:nvSpPr>
        <p:spPr>
          <a:xfrm>
            <a:off x="5833397" y="22771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77306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0676-0648-B522-51B8-2F98FBA5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C32AEFB-127D-57C9-3098-195BCBB8720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C3A3033F-3FE4-FC19-33D4-25A4DF465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D581E-50C4-998A-09B6-D3D164EE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35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1A9BE9CE-51CB-40C6-8619-55DC66AC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8B2C3F5-6D7B-ACAA-4B91-9130EA34B2FF}"/>
              </a:ext>
            </a:extLst>
          </p:cNvPr>
          <p:cNvGrpSpPr/>
          <p:nvPr/>
        </p:nvGrpSpPr>
        <p:grpSpPr>
          <a:xfrm>
            <a:off x="3110847" y="-4255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4B3F9D4-E11C-480B-2E6B-A68C02758BA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472EC0D8-F484-2E8B-D90B-61F24E46F04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B2FDB22B-EDB1-1A0C-BA2C-E0676C99482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FC1AD5-861E-FB77-6A3F-BDBD4DA7671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294208-F7F9-3D5E-2F9D-180BD4030E35}"/>
              </a:ext>
            </a:extLst>
          </p:cNvPr>
          <p:cNvSpPr txBox="1"/>
          <p:nvPr/>
        </p:nvSpPr>
        <p:spPr>
          <a:xfrm>
            <a:off x="609600" y="1957758"/>
            <a:ext cx="5715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8: Display customers who made payments using UPI.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DISTINCT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JOIN payment p</a:t>
            </a:r>
          </a:p>
          <a:p>
            <a:r>
              <a:rPr lang="en-IN" dirty="0"/>
              <a:t>ON </a:t>
            </a:r>
            <a:r>
              <a:rPr lang="en-IN" dirty="0" err="1"/>
              <a:t>o.order_id</a:t>
            </a:r>
            <a:r>
              <a:rPr lang="en-IN" dirty="0"/>
              <a:t> = </a:t>
            </a:r>
            <a:r>
              <a:rPr lang="en-IN" dirty="0" err="1"/>
              <a:t>p.order_id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p.payment_mode</a:t>
            </a:r>
            <a:r>
              <a:rPr lang="en-IN" dirty="0"/>
              <a:t> = 'UPI'</a:t>
            </a:r>
          </a:p>
          <a:p>
            <a:r>
              <a:rPr lang="en-IN" dirty="0"/>
              <a:t>ORDER BY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BD6ED0-E12F-8009-BAB5-19E4BE9D8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048000"/>
            <a:ext cx="4510169" cy="1960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195562-C134-E118-1D5C-8050FB85D29F}"/>
              </a:ext>
            </a:extLst>
          </p:cNvPr>
          <p:cNvSpPr txBox="1"/>
          <p:nvPr/>
        </p:nvSpPr>
        <p:spPr>
          <a:xfrm>
            <a:off x="6839712" y="2368296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32966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17F4-2A88-BE11-370E-08026E8A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089F98F-E6E4-8923-35CF-37049D83231E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B8069738-EE73-E05F-28F2-599409066F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012C7-0AB9-F17C-62F0-BC8164CE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36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1A6D8E04-88E6-9CA4-4F8E-32C88F62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9A36BA-58D1-0AA0-9619-F299A28FC014}"/>
              </a:ext>
            </a:extLst>
          </p:cNvPr>
          <p:cNvGrpSpPr/>
          <p:nvPr/>
        </p:nvGrpSpPr>
        <p:grpSpPr>
          <a:xfrm>
            <a:off x="2825167" y="26302"/>
            <a:ext cx="7611782" cy="1273409"/>
            <a:chOff x="12924990" y="1401583"/>
            <a:chExt cx="7008869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BEBFA3-7D1C-674F-1282-4D85BEE9577C}"/>
                </a:ext>
              </a:extLst>
            </p:cNvPr>
            <p:cNvGrpSpPr/>
            <p:nvPr/>
          </p:nvGrpSpPr>
          <p:grpSpPr>
            <a:xfrm>
              <a:off x="12924990" y="1401583"/>
              <a:ext cx="6141489" cy="1909355"/>
              <a:chOff x="4660045" y="716190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A5E737A0-C2A3-0B31-EFFE-6D16AEF16DB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60045" y="716190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EFE58EF1-4ABF-7EF9-8076-4D11D4E209D4}"/>
                  </a:ext>
                </a:extLst>
              </p:cNvPr>
              <p:cNvSpPr/>
              <p:nvPr/>
            </p:nvSpPr>
            <p:spPr>
              <a:xfrm>
                <a:off x="4668478" y="870535"/>
                <a:ext cx="326746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D7CDE0-44D4-5BD7-7C80-FBD4975DEF34}"/>
                </a:ext>
              </a:extLst>
            </p:cNvPr>
            <p:cNvSpPr/>
            <p:nvPr/>
          </p:nvSpPr>
          <p:spPr>
            <a:xfrm>
              <a:off x="14128056" y="1523895"/>
              <a:ext cx="580580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Normalization-1nf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D6D4A4B-C4AC-44EB-882E-823BB8CD42F1}"/>
              </a:ext>
            </a:extLst>
          </p:cNvPr>
          <p:cNvSpPr txBox="1"/>
          <p:nvPr/>
        </p:nvSpPr>
        <p:spPr>
          <a:xfrm>
            <a:off x="506348" y="883189"/>
            <a:ext cx="3680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Normalization of Customer Data: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C8CF3-C10D-717B-3C39-BD27CD508609}"/>
              </a:ext>
            </a:extLst>
          </p:cNvPr>
          <p:cNvSpPr txBox="1"/>
          <p:nvPr/>
        </p:nvSpPr>
        <p:spPr>
          <a:xfrm>
            <a:off x="1143000" y="1228027"/>
            <a:ext cx="10609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Normalization</a:t>
            </a:r>
            <a:r>
              <a:rPr lang="en-IN" sz="2000" dirty="0"/>
              <a:t> is the process of organizing data into separate tables to reduce data redundancy and improve data consistency</a:t>
            </a:r>
            <a:r>
              <a:rPr lang="en-IN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17625-4F28-9CFD-27B5-80CE3A2024B2}"/>
              </a:ext>
            </a:extLst>
          </p:cNvPr>
          <p:cNvSpPr txBox="1"/>
          <p:nvPr/>
        </p:nvSpPr>
        <p:spPr>
          <a:xfrm>
            <a:off x="221320" y="1978957"/>
            <a:ext cx="112413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1NF – First Normal 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 our Customer table, </a:t>
            </a:r>
            <a:r>
              <a:rPr lang="en-IN" sz="2000" dirty="0" err="1"/>
              <a:t>Customer_ID</a:t>
            </a:r>
            <a:r>
              <a:rPr lang="en-IN" sz="2000" dirty="0"/>
              <a:t>, </a:t>
            </a:r>
            <a:r>
              <a:rPr lang="en-IN" sz="2000" dirty="0" err="1"/>
              <a:t>Customer_Name</a:t>
            </a:r>
            <a:r>
              <a:rPr lang="en-IN" sz="2000" dirty="0"/>
              <a:t>, Phone, PIN, City and State contain single values. 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Each column contains </a:t>
            </a:r>
            <a:r>
              <a:rPr lang="en-IN" sz="2000" b="1" dirty="0"/>
              <a:t>atomic (single) values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multiple values are stored in one cell.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9293B-660E-0B93-E717-1281B2BF8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2820628"/>
            <a:ext cx="5791200" cy="39897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991BD-9D4B-1A09-8FF7-44C67A8E8560}"/>
              </a:ext>
            </a:extLst>
          </p:cNvPr>
          <p:cNvSpPr txBox="1"/>
          <p:nvPr/>
        </p:nvSpPr>
        <p:spPr>
          <a:xfrm>
            <a:off x="202854" y="3415378"/>
            <a:ext cx="5791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Anomalies:</a:t>
            </a:r>
          </a:p>
          <a:p>
            <a:r>
              <a:rPr lang="en-IN" b="1" dirty="0"/>
              <a:t>1. Update Anomaly</a:t>
            </a:r>
            <a:endParaRPr lang="en-IN" dirty="0"/>
          </a:p>
          <a:p>
            <a:pPr lvl="0"/>
            <a:r>
              <a:rPr lang="en-IN" dirty="0"/>
              <a:t>If the location details for a PIN change, multiple customer records may need to be updated. </a:t>
            </a:r>
          </a:p>
          <a:p>
            <a:pPr lvl="0"/>
            <a:r>
              <a:rPr lang="en-IN" dirty="0"/>
              <a:t>This can cause inconsistent data if one row is missed. </a:t>
            </a:r>
          </a:p>
          <a:p>
            <a:r>
              <a:rPr lang="en-IN" b="1" dirty="0"/>
              <a:t>2. Insert Anomaly</a:t>
            </a:r>
            <a:endParaRPr lang="en-IN" dirty="0"/>
          </a:p>
          <a:p>
            <a:pPr lvl="0"/>
            <a:r>
              <a:rPr lang="en-IN" dirty="0"/>
              <a:t>We cannot easily store a new PIN, CITY, STATE combination without having a customer record. </a:t>
            </a:r>
          </a:p>
          <a:p>
            <a:r>
              <a:rPr lang="en-IN" b="1" dirty="0"/>
              <a:t>3. Delete Anomaly</a:t>
            </a:r>
            <a:endParaRPr lang="en-IN" dirty="0"/>
          </a:p>
          <a:p>
            <a:pPr lvl="0"/>
            <a:r>
              <a:rPr lang="en-IN" dirty="0"/>
              <a:t>If the only customer from a particular location is deleted, the location information may also be lost.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819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B95-6FAB-82EF-C604-92332CE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81AB3EB-4597-253C-92B7-D18F296DFCCA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208790D5-29C5-D948-ED94-8CA94489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716C5-A3A4-543E-681C-F07D8FBD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37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4180E8DA-002B-1BCC-BB26-14BEB330F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6008F65-1FDC-DCCA-55D1-414CBD1664B9}"/>
              </a:ext>
            </a:extLst>
          </p:cNvPr>
          <p:cNvGrpSpPr/>
          <p:nvPr/>
        </p:nvGrpSpPr>
        <p:grpSpPr>
          <a:xfrm>
            <a:off x="2814989" y="-25619"/>
            <a:ext cx="6883976" cy="1273409"/>
            <a:chOff x="12924990" y="1401583"/>
            <a:chExt cx="6338711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3DC729A-A328-A8E4-B8D3-3F7EBC3F6798}"/>
                </a:ext>
              </a:extLst>
            </p:cNvPr>
            <p:cNvGrpSpPr/>
            <p:nvPr/>
          </p:nvGrpSpPr>
          <p:grpSpPr>
            <a:xfrm>
              <a:off x="12924990" y="1401583"/>
              <a:ext cx="6141489" cy="1909355"/>
              <a:chOff x="4660045" y="716190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A1391FF9-B768-CA5D-B71D-DD8DBD41C1A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60045" y="716190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43CDC22A-B05A-BE20-1855-AAE37DBB4408}"/>
                  </a:ext>
                </a:extLst>
              </p:cNvPr>
              <p:cNvSpPr/>
              <p:nvPr/>
            </p:nvSpPr>
            <p:spPr>
              <a:xfrm>
                <a:off x="4754505" y="863765"/>
                <a:ext cx="326746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80A65C-5982-FBA4-D16E-A33F0356450B}"/>
                </a:ext>
              </a:extLst>
            </p:cNvPr>
            <p:cNvSpPr/>
            <p:nvPr/>
          </p:nvSpPr>
          <p:spPr>
            <a:xfrm>
              <a:off x="13457898" y="1509065"/>
              <a:ext cx="580580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DECOMPOSITION FROM 1NF TO 2NF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4013018-C9F6-E039-871F-999307BD96C1}"/>
              </a:ext>
            </a:extLst>
          </p:cNvPr>
          <p:cNvSpPr txBox="1"/>
          <p:nvPr/>
        </p:nvSpPr>
        <p:spPr>
          <a:xfrm>
            <a:off x="344369" y="1900227"/>
            <a:ext cx="53057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Functional Dependencies:</a:t>
            </a:r>
            <a:endParaRPr lang="en-IN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CUSTOMER_ID → CUSTOMER_NAME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CUSTOMER_ID → 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CUSTOMER_ID →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CUSTOMER_ID → 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CUSTOMER_ID → PIN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9B229-CC44-7BBD-0EFA-23A0DE84F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536" y="2105263"/>
            <a:ext cx="6019800" cy="4364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F462E3-9F9F-BC69-E72D-081AEDAC3098}"/>
              </a:ext>
            </a:extLst>
          </p:cNvPr>
          <p:cNvSpPr txBox="1"/>
          <p:nvPr/>
        </p:nvSpPr>
        <p:spPr>
          <a:xfrm>
            <a:off x="360470" y="864901"/>
            <a:ext cx="1076473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Conversion from 1NF to 2NF:</a:t>
            </a:r>
          </a:p>
          <a:p>
            <a:r>
              <a:rPr lang="en-IN" sz="2000" b="1" dirty="0"/>
              <a:t>Primary Key:</a:t>
            </a:r>
            <a:r>
              <a:rPr lang="en-IN" sz="2000" dirty="0"/>
              <a:t> </a:t>
            </a:r>
            <a:r>
              <a:rPr lang="en-IN" dirty="0"/>
              <a:t>CUSTOMER_ID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Since CUSTOMER_ID is a </a:t>
            </a:r>
            <a:r>
              <a:rPr lang="en-IN" sz="2000" b="1" dirty="0"/>
              <a:t>single-column primary key</a:t>
            </a:r>
            <a:r>
              <a:rPr lang="en-IN" sz="2000" dirty="0"/>
              <a:t>, there cannot be any partial dependency.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A389D0-D3A0-2655-B6A6-71C06E47D8CF}"/>
              </a:ext>
            </a:extLst>
          </p:cNvPr>
          <p:cNvSpPr txBox="1"/>
          <p:nvPr/>
        </p:nvSpPr>
        <p:spPr>
          <a:xfrm>
            <a:off x="230134" y="3656792"/>
            <a:ext cx="36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Decomposition from 1NF to 2NF: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E66A9-24BA-CC14-B305-EEB93151537B}"/>
              </a:ext>
            </a:extLst>
          </p:cNvPr>
          <p:cNvSpPr txBox="1"/>
          <p:nvPr/>
        </p:nvSpPr>
        <p:spPr>
          <a:xfrm>
            <a:off x="1035718" y="4115793"/>
            <a:ext cx="446295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1NF CUSTOMER TABLE</a:t>
            </a:r>
          </a:p>
          <a:p>
            <a:r>
              <a:rPr lang="en-US" dirty="0"/>
              <a:t>                 ↓</a:t>
            </a:r>
          </a:p>
          <a:p>
            <a:r>
              <a:rPr lang="en-US" dirty="0"/>
              <a:t>Check Partial Dependency</a:t>
            </a:r>
          </a:p>
          <a:p>
            <a:r>
              <a:rPr lang="en-US" dirty="0"/>
              <a:t>                 ↓</a:t>
            </a:r>
          </a:p>
          <a:p>
            <a:r>
              <a:rPr lang="en-US" dirty="0"/>
              <a:t>CUSTOMER_ID is a single-column Primary Key</a:t>
            </a:r>
          </a:p>
          <a:p>
            <a:r>
              <a:rPr lang="en-US" dirty="0"/>
              <a:t>                 ↓</a:t>
            </a:r>
          </a:p>
          <a:p>
            <a:r>
              <a:rPr lang="en-US" dirty="0"/>
              <a:t>No Partial Dependency</a:t>
            </a:r>
          </a:p>
          <a:p>
            <a:r>
              <a:rPr lang="en-US" dirty="0"/>
              <a:t>                 ↓</a:t>
            </a:r>
          </a:p>
          <a:p>
            <a:r>
              <a:rPr lang="en-US" dirty="0"/>
              <a:t>               2NF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32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D7E7-567D-02B2-85A4-816C65FD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83C737B-B641-607D-C071-2539BC4268BC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7F76B7FD-7B49-1B4D-B24C-FE7572483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1C254-062C-0764-869D-52EC7B31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38</a:t>
            </a:fld>
            <a:endParaRPr lang="en-US" dirty="0"/>
          </a:p>
        </p:txBody>
      </p:sp>
      <p:pic>
        <p:nvPicPr>
          <p:cNvPr id="14" name="Picture 2" descr="C:\Users\My\Desktop\Capture 1.PNG">
            <a:extLst>
              <a:ext uri="{FF2B5EF4-FFF2-40B4-BE49-F238E27FC236}">
                <a16:creationId xmlns:a16="http://schemas.microsoft.com/office/drawing/2014/main" id="{EB4D07C5-D379-7251-CCD5-B6E9397B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5F0DB3-025C-BB1A-1311-ABF84A41457A}"/>
              </a:ext>
            </a:extLst>
          </p:cNvPr>
          <p:cNvGrpSpPr/>
          <p:nvPr/>
        </p:nvGrpSpPr>
        <p:grpSpPr>
          <a:xfrm>
            <a:off x="2985919" y="85529"/>
            <a:ext cx="5980357" cy="751940"/>
            <a:chOff x="12766406" y="2252993"/>
            <a:chExt cx="5506666" cy="1127463"/>
          </a:xfrm>
        </p:grpSpPr>
        <p:sp>
          <p:nvSpPr>
            <p:cNvPr id="22" name="object 4">
              <a:extLst>
                <a:ext uri="{FF2B5EF4-FFF2-40B4-BE49-F238E27FC236}">
                  <a16:creationId xmlns:a16="http://schemas.microsoft.com/office/drawing/2014/main" id="{6EE7B6B7-25C1-353F-612A-5EC143743343}"/>
                </a:ext>
              </a:extLst>
            </p:cNvPr>
            <p:cNvSpPr/>
            <p:nvPr/>
          </p:nvSpPr>
          <p:spPr>
            <a:xfrm>
              <a:off x="12766406" y="2413100"/>
              <a:ext cx="5499280" cy="967356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82B23A-4A3A-DB9E-D227-2248C12088AA}"/>
                </a:ext>
              </a:extLst>
            </p:cNvPr>
            <p:cNvSpPr/>
            <p:nvPr/>
          </p:nvSpPr>
          <p:spPr>
            <a:xfrm>
              <a:off x="12958121" y="2252993"/>
              <a:ext cx="5314951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DECOMPOSITION FROM 2NF TO 3NF</a:t>
              </a:r>
            </a:p>
            <a:p>
              <a:pPr>
                <a:lnSpc>
                  <a:spcPct val="150000"/>
                </a:lnSpc>
              </a:pPr>
              <a:endParaRPr lang="en-US" sz="2800" b="1" u="sng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507E72D-355F-4F2E-07E6-78E2DF670F8B}"/>
              </a:ext>
            </a:extLst>
          </p:cNvPr>
          <p:cNvSpPr txBox="1"/>
          <p:nvPr/>
        </p:nvSpPr>
        <p:spPr>
          <a:xfrm>
            <a:off x="604381" y="1979410"/>
            <a:ext cx="594881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Decomposition from 2NF to 3NF:</a:t>
            </a:r>
          </a:p>
          <a:p>
            <a:r>
              <a:rPr lang="en-IN" sz="2400" b="1" dirty="0"/>
              <a:t>Functional Dependencies: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CUSTOMER_ID → CUSTOMER_NAME, PHONE,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PIN → CITY, STATE</a:t>
            </a:r>
          </a:p>
          <a:p>
            <a:r>
              <a:rPr lang="en-IN" sz="2000" b="1" dirty="0"/>
              <a:t>Therefore: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CUSTOMER_ID → PIN → CITY, STATE</a:t>
            </a:r>
          </a:p>
          <a:p>
            <a:endParaRPr lang="en-US" sz="2400" b="1" dirty="0"/>
          </a:p>
          <a:p>
            <a:r>
              <a:rPr lang="en-IN" sz="2400" b="1" dirty="0"/>
              <a:t>Transitive Dependency: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CITY and STATE depend on PIN.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Therefore, separate the location information.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23BF1-CD45-045B-276A-09BCCB4C04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580585"/>
            <a:ext cx="4485422" cy="47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64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C79C9-5BE3-F0B3-F2EE-1C6EB96B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8FA1CF8-2B2E-8EE1-EEA0-D1E4D4F475EE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8B95EAD0-2721-0588-7746-F4F83140CC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04807-B3E7-E435-9492-4CA66AF7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251FA7-78CF-A7B4-E1A7-07CCB68A6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112" y="1283683"/>
            <a:ext cx="5334000" cy="4795202"/>
          </a:xfrm>
          <a:prstGeom prst="rect">
            <a:avLst/>
          </a:prstGeom>
        </p:spPr>
      </p:pic>
      <p:pic>
        <p:nvPicPr>
          <p:cNvPr id="14" name="Picture 2" descr="C:\Users\My\Desktop\Capture 1.PNG">
            <a:extLst>
              <a:ext uri="{FF2B5EF4-FFF2-40B4-BE49-F238E27FC236}">
                <a16:creationId xmlns:a16="http://schemas.microsoft.com/office/drawing/2014/main" id="{75993733-B654-2174-7F51-53CCB7011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EE0C3C5-1506-4D32-CECF-D80F7F9E3EAF}"/>
              </a:ext>
            </a:extLst>
          </p:cNvPr>
          <p:cNvGrpSpPr/>
          <p:nvPr/>
        </p:nvGrpSpPr>
        <p:grpSpPr>
          <a:xfrm>
            <a:off x="3115114" y="114028"/>
            <a:ext cx="6948947" cy="760209"/>
            <a:chOff x="13552543" y="1738489"/>
            <a:chExt cx="6398536" cy="1139860"/>
          </a:xfrm>
        </p:grpSpPr>
        <p:sp>
          <p:nvSpPr>
            <p:cNvPr id="22" name="object 4">
              <a:extLst>
                <a:ext uri="{FF2B5EF4-FFF2-40B4-BE49-F238E27FC236}">
                  <a16:creationId xmlns:a16="http://schemas.microsoft.com/office/drawing/2014/main" id="{D35703BA-08A6-4A7F-FF31-637C2AC87BCA}"/>
                </a:ext>
              </a:extLst>
            </p:cNvPr>
            <p:cNvSpPr/>
            <p:nvPr/>
          </p:nvSpPr>
          <p:spPr>
            <a:xfrm>
              <a:off x="13552543" y="1910994"/>
              <a:ext cx="5499278" cy="967355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2AE9315-7F3E-8B36-FC0E-0C56D9D9534B}"/>
                </a:ext>
              </a:extLst>
            </p:cNvPr>
            <p:cNvSpPr/>
            <p:nvPr/>
          </p:nvSpPr>
          <p:spPr>
            <a:xfrm>
              <a:off x="14636128" y="1738489"/>
              <a:ext cx="5314951" cy="108839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3nf decomposition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A9C4C0-5D56-808C-6CCC-EF12BEFADB55}"/>
              </a:ext>
            </a:extLst>
          </p:cNvPr>
          <p:cNvSpPr txBox="1"/>
          <p:nvPr/>
        </p:nvSpPr>
        <p:spPr>
          <a:xfrm>
            <a:off x="7787159" y="62775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PK:</a:t>
            </a:r>
            <a:r>
              <a:rPr lang="en-IN" dirty="0"/>
              <a:t> PIN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56A20-BC3D-3517-3DBD-2F997A9319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" y="1254246"/>
            <a:ext cx="5237851" cy="45742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039C63-A82B-C823-26F0-29810F8C9C77}"/>
              </a:ext>
            </a:extLst>
          </p:cNvPr>
          <p:cNvSpPr txBox="1"/>
          <p:nvPr/>
        </p:nvSpPr>
        <p:spPr>
          <a:xfrm>
            <a:off x="1754981" y="5975625"/>
            <a:ext cx="1935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PK:</a:t>
            </a:r>
            <a:r>
              <a:rPr lang="en-IN" dirty="0"/>
              <a:t> CUSTOMER_ID</a:t>
            </a:r>
            <a:br>
              <a:rPr lang="en-IN" dirty="0"/>
            </a:br>
            <a:r>
              <a:rPr lang="en-IN" b="1" dirty="0"/>
              <a:t>FK:</a:t>
            </a:r>
            <a:r>
              <a:rPr lang="en-IN" dirty="0"/>
              <a:t> PIN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CE7103-53E7-8B23-50CB-E62026334765}"/>
              </a:ext>
            </a:extLst>
          </p:cNvPr>
          <p:cNvSpPr txBox="1"/>
          <p:nvPr/>
        </p:nvSpPr>
        <p:spPr>
          <a:xfrm>
            <a:off x="908621" y="883573"/>
            <a:ext cx="1464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CUSTOMER:</a:t>
            </a:r>
            <a:endParaRPr lang="en-IN" sz="2000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7BEAA-48AA-6677-1F64-87B8A952D3D5}"/>
              </a:ext>
            </a:extLst>
          </p:cNvPr>
          <p:cNvSpPr txBox="1"/>
          <p:nvPr/>
        </p:nvSpPr>
        <p:spPr>
          <a:xfrm>
            <a:off x="6465691" y="896002"/>
            <a:ext cx="1341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LOCATION:</a:t>
            </a:r>
            <a:endParaRPr lang="en-IN" sz="2000" b="1" u="sng" dirty="0"/>
          </a:p>
        </p:txBody>
      </p:sp>
    </p:spTree>
    <p:extLst>
      <p:ext uri="{BB962C8B-B14F-4D97-AF65-F5344CB8AC3E}">
        <p14:creationId xmlns:p14="http://schemas.microsoft.com/office/powerpoint/2010/main" val="4287811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0" y="-1447800"/>
            <a:ext cx="5566410" cy="2511814"/>
            <a:chOff x="11409737" y="1546183"/>
            <a:chExt cx="9303118" cy="3394876"/>
          </a:xfrm>
        </p:grpSpPr>
        <p:sp>
          <p:nvSpPr>
            <p:cNvPr id="11" name="object 4"/>
            <p:cNvSpPr/>
            <p:nvPr/>
          </p:nvSpPr>
          <p:spPr>
            <a:xfrm>
              <a:off x="11409737" y="4185805"/>
              <a:ext cx="9303118" cy="755254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pPr algn="ctr"/>
              <a:r>
                <a:rPr lang="en-IN" sz="3200" b="1" dirty="0"/>
                <a:t>Final 3NF + Normalization Flow</a:t>
              </a:r>
              <a:endParaRPr lang="en-IN" sz="3200" b="1" u="sng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737133" y="1546183"/>
              <a:ext cx="5635331" cy="871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AE9E0F5-C99E-74CC-541C-9269F875F5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5" y="1985834"/>
            <a:ext cx="3968496" cy="36529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C889FE-7E1F-DE96-59D4-47CBB0531D92}"/>
              </a:ext>
            </a:extLst>
          </p:cNvPr>
          <p:cNvSpPr txBox="1"/>
          <p:nvPr/>
        </p:nvSpPr>
        <p:spPr>
          <a:xfrm>
            <a:off x="8068435" y="1367601"/>
            <a:ext cx="3112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Normalization Process: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1B9F5A-BBAB-C772-8F45-0A4D159717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140"/>
          <a:stretch>
            <a:fillRect/>
          </a:stretch>
        </p:blipFill>
        <p:spPr>
          <a:xfrm>
            <a:off x="7722566" y="1905000"/>
            <a:ext cx="4240834" cy="41477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596253A-86A0-2DE2-8646-932D22D826E5}"/>
              </a:ext>
            </a:extLst>
          </p:cNvPr>
          <p:cNvSpPr txBox="1"/>
          <p:nvPr/>
        </p:nvSpPr>
        <p:spPr>
          <a:xfrm>
            <a:off x="762000" y="1443335"/>
            <a:ext cx="2704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Final 3NF Structure: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3F8A9-7937-A854-DC2C-E398DD2CE683}"/>
              </a:ext>
            </a:extLst>
          </p:cNvPr>
          <p:cNvSpPr txBox="1"/>
          <p:nvPr/>
        </p:nvSpPr>
        <p:spPr>
          <a:xfrm>
            <a:off x="4323055" y="2371868"/>
            <a:ext cx="30388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Result: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Transitive dependency is removed.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Location data is stored separately.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redundancy is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Update, insert and delete anomalies are minimized.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CCEC-65B7-D055-590C-794CD998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9A819C8-4FB1-7659-A33B-470F1778B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60B91-5251-BCB7-78AF-24720B9E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EA640B-9E2D-280E-8726-82FC538FA1B6}"/>
              </a:ext>
            </a:extLst>
          </p:cNvPr>
          <p:cNvGrpSpPr/>
          <p:nvPr/>
        </p:nvGrpSpPr>
        <p:grpSpPr>
          <a:xfrm>
            <a:off x="3602990" y="81223"/>
            <a:ext cx="5566410" cy="1412701"/>
            <a:chOff x="11894738" y="1407596"/>
            <a:chExt cx="9303118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F49203-1E10-D798-B7DB-C331BB56B52C}"/>
                </a:ext>
              </a:extLst>
            </p:cNvPr>
            <p:cNvGrpSpPr/>
            <p:nvPr/>
          </p:nvGrpSpPr>
          <p:grpSpPr>
            <a:xfrm>
              <a:off x="11894738" y="1407596"/>
              <a:ext cx="9303118" cy="1909355"/>
              <a:chOff x="4080227" y="719582"/>
              <a:chExt cx="5235725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86ADC6C-6B60-407B-5D6A-D4998CDA5DF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199D5FC-0BCE-715D-83C1-7BBA6D4C0C85}"/>
                  </a:ext>
                </a:extLst>
              </p:cNvPr>
              <p:cNvSpPr/>
              <p:nvPr/>
            </p:nvSpPr>
            <p:spPr>
              <a:xfrm>
                <a:off x="4080227" y="884183"/>
                <a:ext cx="5235725" cy="426025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IN" sz="3200" b="1" u="sng" dirty="0">
                    <a:sym typeface="+mn-ea"/>
                  </a:rPr>
                  <a:t>Advantages &amp; Future Scope</a:t>
                </a:r>
                <a:endParaRPr lang="en-IN" sz="3200" b="1" u="sng" dirty="0"/>
              </a:p>
              <a:p>
                <a:pPr algn="ctr"/>
                <a:endParaRPr lang="en-IN" sz="3200" u="sng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B07A34-35AF-B371-4117-90940E3FA427}"/>
                </a:ext>
              </a:extLst>
            </p:cNvPr>
            <p:cNvSpPr/>
            <p:nvPr/>
          </p:nvSpPr>
          <p:spPr>
            <a:xfrm>
              <a:off x="13737133" y="1546183"/>
              <a:ext cx="5635331" cy="871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767C47-C6EB-2D10-675B-3D7CFE1393CC}"/>
              </a:ext>
            </a:extLst>
          </p:cNvPr>
          <p:cNvSpPr txBox="1"/>
          <p:nvPr/>
        </p:nvSpPr>
        <p:spPr>
          <a:xfrm>
            <a:off x="685800" y="1326515"/>
            <a:ext cx="11506200" cy="5210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b="1" u="sng" dirty="0">
                <a:sym typeface="+mn-ea"/>
              </a:rPr>
              <a:t>ADVANTAGES</a:t>
            </a:r>
            <a:r>
              <a:rPr lang="en-IN" sz="2400" b="1" dirty="0">
                <a:sym typeface="+mn-ea"/>
              </a:rPr>
              <a:t>:</a:t>
            </a:r>
            <a:endParaRPr lang="en-IN" sz="24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Faster billing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Secure data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Less paperwork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Better customer service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Easy record management</a:t>
            </a:r>
          </a:p>
          <a:p>
            <a:pPr lv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u="sng" dirty="0">
                <a:sym typeface="+mn-ea"/>
              </a:rPr>
              <a:t>Future Scope</a:t>
            </a:r>
            <a:r>
              <a:rPr lang="en-IN" sz="2400" b="1" dirty="0">
                <a:sym typeface="+mn-ea"/>
              </a:rPr>
              <a:t>:</a:t>
            </a:r>
            <a:endParaRPr lang="en-IN" sz="24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Online food ordering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QR Code Menu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Mobile App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Inventory Management</a:t>
            </a:r>
            <a:endParaRPr lang="en-IN" sz="2400" dirty="0"/>
          </a:p>
          <a:p>
            <a:pPr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en-US" sz="2400" dirty="0">
              <a:latin typeface="Maiandra GD" panose="020E0502030308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8E6B6-50FB-0C5D-983F-39D2AC7C5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16" y="1447801"/>
            <a:ext cx="3263502" cy="4351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6261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81462" y="274310"/>
            <a:ext cx="4495800" cy="1026528"/>
            <a:chOff x="13004829" y="1407596"/>
            <a:chExt cx="6141489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162789" y="1469213"/>
              <a:ext cx="5635330" cy="10956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N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Verdana" panose="020B0604030504040204" pitchFamily="34" charset="0"/>
                  <a:cs typeface="Arial Unicode MS" panose="020B0604020202020204" pitchFamily="34" charset="-128"/>
                </a:rPr>
                <a:t>CONCLUSION</a:t>
              </a:r>
              <a:endParaRPr 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134100" y="5122748"/>
            <a:ext cx="5891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7748" y="1101113"/>
            <a:ext cx="580771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en-IN" sz="2000" dirty="0">
              <a:sym typeface="+mn-ea"/>
            </a:endParaRPr>
          </a:p>
          <a:p>
            <a:pPr algn="just">
              <a:lnSpc>
                <a:spcPct val="200000"/>
              </a:lnSpc>
            </a:pPr>
            <a:r>
              <a:rPr lang="en-IN" sz="2000" dirty="0">
                <a:sym typeface="+mn-ea"/>
              </a:rPr>
              <a:t>The </a:t>
            </a:r>
            <a:r>
              <a:rPr lang="en-IN" sz="2000" b="1" dirty="0">
                <a:sym typeface="+mn-ea"/>
              </a:rPr>
              <a:t>Restaurant Management System</a:t>
            </a:r>
            <a:r>
              <a:rPr lang="en-IN" sz="2000" dirty="0">
                <a:sym typeface="+mn-ea"/>
              </a:rPr>
              <a:t> helps restaurants manage customers, menu items, orders, employees, billing, and payments efficiently.</a:t>
            </a:r>
            <a:endParaRPr lang="en-IN" sz="2000" dirty="0"/>
          </a:p>
          <a:p>
            <a:pPr algn="just">
              <a:lnSpc>
                <a:spcPct val="200000"/>
              </a:lnSpc>
            </a:pPr>
            <a:r>
              <a:rPr lang="en-IN" sz="2000" dirty="0">
                <a:sym typeface="+mn-ea"/>
              </a:rPr>
              <a:t>It reduces manual work, minimizes errors, saves time, and improves overall restaurant management.</a:t>
            </a:r>
            <a:endParaRPr lang="en-IN" sz="2000" dirty="0"/>
          </a:p>
          <a:p>
            <a:pPr algn="just">
              <a:lnSpc>
                <a:spcPct val="200000"/>
              </a:lnSpc>
            </a:pPr>
            <a:endParaRPr lang="en-IN" sz="2000" dirty="0"/>
          </a:p>
          <a:p>
            <a:pPr algn="just">
              <a:lnSpc>
                <a:spcPct val="200000"/>
              </a:lnSpc>
            </a:pPr>
            <a:endParaRPr lang="en-US" sz="2000" dirty="0"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0" r="19856" b="2"/>
          <a:stretch>
            <a:fillRect/>
          </a:stretch>
        </p:blipFill>
        <p:spPr>
          <a:xfrm>
            <a:off x="6781800" y="1371600"/>
            <a:ext cx="5013960" cy="42106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1B67-00FB-4D50-A453-CADB0B247171}" type="slidenum">
              <a:rPr lang="en-IN" smtClean="0"/>
              <a:t>43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2153165" y="3983002"/>
            <a:ext cx="7885669" cy="1207167"/>
          </a:xfrm>
          <a:prstGeom prst="rect">
            <a:avLst/>
          </a:prstGeom>
        </p:spPr>
        <p:txBody>
          <a:bodyPr vert="horz" lIns="36349" tIns="18175" rIns="36349" bIns="18175" rtlCol="0" anchor="ctr">
            <a:normAutofit/>
          </a:bodyPr>
          <a:lstStyle/>
          <a:p>
            <a:pPr algn="ctr" defTabSz="369570">
              <a:spcBef>
                <a:spcPct val="0"/>
              </a:spcBef>
              <a:spcAft>
                <a:spcPts val="240"/>
              </a:spcAft>
            </a:pPr>
            <a:r>
              <a:rPr lang="en-US" sz="377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erlin Sans FB" panose="020E0602020502020306" pitchFamily="34" charset="0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Picture 6" descr="Kulanz kann dauerhaft zur Zahlung verpflichten » AGENTI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78"/>
          <a:stretch>
            <a:fillRect/>
          </a:stretch>
        </p:blipFill>
        <p:spPr bwMode="auto">
          <a:xfrm>
            <a:off x="3794489" y="1667831"/>
            <a:ext cx="4603021" cy="23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6*260"/>
  <p:tag name="TABLE_ENDDRAG_RECT" val="51*144*516*26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3224</Words>
  <Application>Microsoft Office PowerPoint</Application>
  <PresentationFormat>Widescreen</PresentationFormat>
  <Paragraphs>643</Paragraphs>
  <Slides>43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Berlin Sans FB</vt:lpstr>
      <vt:lpstr>Book Antiqua</vt:lpstr>
      <vt:lpstr>Calibri</vt:lpstr>
      <vt:lpstr>Centaur</vt:lpstr>
      <vt:lpstr>Maiandra GD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Akshaya Kinthada</cp:lastModifiedBy>
  <cp:revision>24</cp:revision>
  <dcterms:created xsi:type="dcterms:W3CDTF">2006-08-16T00:00:00Z</dcterms:created>
  <dcterms:modified xsi:type="dcterms:W3CDTF">2026-10-01T04:42:39Z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4F38F3B60EFE4826BDFA6154A52E01FD_13</vt:lpwstr>
  </property>
  <property fmtid="{D5CDD505-2E9C-101B-9397-08002B2CF9AE}" pid="3" name="KSOProductBuildVer">
    <vt:lpwstr>1033-12.1.0.28032</vt:lpwstr>
  </property>
</Properties>
</file>